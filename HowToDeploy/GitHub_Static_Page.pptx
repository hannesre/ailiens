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17"/>
  </p:notesMasterIdLst>
  <p:handoutMasterIdLst>
    <p:handoutMasterId r:id="rId18"/>
  </p:handoutMasterIdLst>
  <p:sldIdLst>
    <p:sldId id="261" r:id="rId6"/>
    <p:sldId id="340" r:id="rId7"/>
    <p:sldId id="341" r:id="rId8"/>
    <p:sldId id="342" r:id="rId9"/>
    <p:sldId id="343" r:id="rId10"/>
    <p:sldId id="344" r:id="rId11"/>
    <p:sldId id="345" r:id="rId12"/>
    <p:sldId id="346" r:id="rId13"/>
    <p:sldId id="347" r:id="rId14"/>
    <p:sldId id="348" r:id="rId15"/>
    <p:sldId id="339" r:id="rId1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634" userDrawn="1">
          <p15:clr>
            <a:srgbClr val="A4A3A4"/>
          </p15:clr>
        </p15:guide>
        <p15:guide id="4" pos="438" userDrawn="1">
          <p15:clr>
            <a:srgbClr val="A4A3A4"/>
          </p15:clr>
        </p15:guide>
        <p15:guide id="5" pos="7242" userDrawn="1">
          <p15:clr>
            <a:srgbClr val="A4A3A4"/>
          </p15:clr>
        </p15:guide>
        <p15:guide id="6" pos="211" userDrawn="1">
          <p15:clr>
            <a:srgbClr val="A4A3A4"/>
          </p15:clr>
        </p15:guide>
        <p15:guide id="7" orient="horz" pos="3385" userDrawn="1">
          <p15:clr>
            <a:srgbClr val="A4A3A4"/>
          </p15:clr>
        </p15:guide>
        <p15:guide id="8" orient="horz" pos="3861" userDrawn="1">
          <p15:clr>
            <a:srgbClr val="A4A3A4"/>
          </p15:clr>
        </p15:guide>
        <p15:guide id="9" pos="7469" userDrawn="1">
          <p15:clr>
            <a:srgbClr val="A4A3A4"/>
          </p15:clr>
        </p15:guide>
        <p15:guide id="10" orient="horz" pos="1026" userDrawn="1">
          <p15:clr>
            <a:srgbClr val="A4A3A4"/>
          </p15:clr>
        </p15:guide>
        <p15:guide id="11" orient="horz" pos="157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7D00"/>
    <a:srgbClr val="C22E0C"/>
    <a:srgbClr val="FFED00"/>
    <a:srgbClr val="D5D2C2"/>
    <a:srgbClr val="831F82"/>
    <a:srgbClr val="DEDC00"/>
    <a:srgbClr val="00964F"/>
    <a:srgbClr val="009BAC"/>
    <a:srgbClr val="164194"/>
    <a:srgbClr val="CBD5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8F8FB6-A01C-472B-AC4C-70A4C2D50B53}" v="2" dt="2024-02-06T12:45:52.104"/>
    <p1510:client id="{4412A895-FB4C-416A-93E7-05F13861E398}" v="1" dt="2024-02-07T09:51:05.162"/>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78" autoAdjust="0"/>
    <p:restoredTop sz="94660"/>
  </p:normalViewPr>
  <p:slideViewPr>
    <p:cSldViewPr snapToGrid="0" showGuides="1">
      <p:cViewPr varScale="1">
        <p:scale>
          <a:sx n="78" d="100"/>
          <a:sy n="78" d="100"/>
        </p:scale>
        <p:origin x="859" y="62"/>
      </p:cViewPr>
      <p:guideLst>
        <p:guide orient="horz" pos="2160"/>
        <p:guide pos="3840"/>
        <p:guide orient="horz" pos="3634"/>
        <p:guide pos="438"/>
        <p:guide pos="7242"/>
        <p:guide pos="211"/>
        <p:guide orient="horz" pos="3385"/>
        <p:guide orient="horz" pos="3861"/>
        <p:guide pos="7469"/>
        <p:guide orient="horz" pos="1026"/>
        <p:guide orient="horz" pos="1570"/>
      </p:guideLst>
    </p:cSldViewPr>
  </p:slideViewPr>
  <p:notesTextViewPr>
    <p:cViewPr>
      <p:scale>
        <a:sx n="1" d="1"/>
        <a:sy n="1" d="1"/>
      </p:scale>
      <p:origin x="0" y="0"/>
    </p:cViewPr>
  </p:notesTextViewPr>
  <p:notesViewPr>
    <p:cSldViewPr snapToGrid="0">
      <p:cViewPr varScale="1">
        <p:scale>
          <a:sx n="81" d="100"/>
          <a:sy n="81" d="100"/>
        </p:scale>
        <p:origin x="317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5/10/relationships/revisionInfo" Target="revisionInfo.xml"/><Relationship Id="rId5" Type="http://schemas.openxmlformats.org/officeDocument/2006/relationships/slideMaster" Target="slideMasters/slideMaster1.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sa Weinhold" userId="4a14153a-c6ba-41d6-8e8a-90a9b5448ed3" providerId="ADAL" clId="{9B3EBCAD-B912-4D24-9E29-48B3BF02DFD4}"/>
    <pc:docChg chg="delSld">
      <pc:chgData name="Alisa Weinhold" userId="4a14153a-c6ba-41d6-8e8a-90a9b5448ed3" providerId="ADAL" clId="{9B3EBCAD-B912-4D24-9E29-48B3BF02DFD4}" dt="2024-02-07T09:54:51.874" v="5" actId="6014"/>
      <pc:docMkLst>
        <pc:docMk/>
      </pc:docMkLst>
      <pc:sldChg chg="del">
        <pc:chgData name="Alisa Weinhold" userId="4a14153a-c6ba-41d6-8e8a-90a9b5448ed3" providerId="ADAL" clId="{9B3EBCAD-B912-4D24-9E29-48B3BF02DFD4}" dt="2024-02-07T09:53:17.287" v="0" actId="2696"/>
        <pc:sldMkLst>
          <pc:docMk/>
          <pc:sldMk cId="740308674" sldId="260"/>
        </pc:sldMkLst>
      </pc:sldChg>
      <pc:sldMasterChg chg="modSldLayout">
        <pc:chgData name="Alisa Weinhold" userId="4a14153a-c6ba-41d6-8e8a-90a9b5448ed3" providerId="ADAL" clId="{9B3EBCAD-B912-4D24-9E29-48B3BF02DFD4}" dt="2024-02-07T09:54:51.874" v="5" actId="6014"/>
        <pc:sldMasterMkLst>
          <pc:docMk/>
          <pc:sldMasterMk cId="2055207460" sldId="2147483648"/>
        </pc:sldMasterMkLst>
        <pc:sldLayoutChg chg="mod">
          <pc:chgData name="Alisa Weinhold" userId="4a14153a-c6ba-41d6-8e8a-90a9b5448ed3" providerId="ADAL" clId="{9B3EBCAD-B912-4D24-9E29-48B3BF02DFD4}" dt="2024-02-07T09:53:53.175" v="1" actId="6014"/>
          <pc:sldLayoutMkLst>
            <pc:docMk/>
            <pc:sldMasterMk cId="2055207460" sldId="2147483648"/>
            <pc:sldLayoutMk cId="994938086" sldId="2147483671"/>
          </pc:sldLayoutMkLst>
        </pc:sldLayoutChg>
        <pc:sldLayoutChg chg="mod">
          <pc:chgData name="Alisa Weinhold" userId="4a14153a-c6ba-41d6-8e8a-90a9b5448ed3" providerId="ADAL" clId="{9B3EBCAD-B912-4D24-9E29-48B3BF02DFD4}" dt="2024-02-07T09:54:02.652" v="2" actId="6014"/>
          <pc:sldLayoutMkLst>
            <pc:docMk/>
            <pc:sldMasterMk cId="2055207460" sldId="2147483648"/>
            <pc:sldLayoutMk cId="1752045903" sldId="2147483677"/>
          </pc:sldLayoutMkLst>
        </pc:sldLayoutChg>
        <pc:sldLayoutChg chg="mod">
          <pc:chgData name="Alisa Weinhold" userId="4a14153a-c6ba-41d6-8e8a-90a9b5448ed3" providerId="ADAL" clId="{9B3EBCAD-B912-4D24-9E29-48B3BF02DFD4}" dt="2024-02-07T09:54:09.515" v="3" actId="6014"/>
          <pc:sldLayoutMkLst>
            <pc:docMk/>
            <pc:sldMasterMk cId="2055207460" sldId="2147483648"/>
            <pc:sldLayoutMk cId="3900483066" sldId="2147483681"/>
          </pc:sldLayoutMkLst>
        </pc:sldLayoutChg>
        <pc:sldLayoutChg chg="mod">
          <pc:chgData name="Alisa Weinhold" userId="4a14153a-c6ba-41d6-8e8a-90a9b5448ed3" providerId="ADAL" clId="{9B3EBCAD-B912-4D24-9E29-48B3BF02DFD4}" dt="2024-02-07T09:54:17.340" v="4" actId="6014"/>
          <pc:sldLayoutMkLst>
            <pc:docMk/>
            <pc:sldMasterMk cId="2055207460" sldId="2147483648"/>
            <pc:sldLayoutMk cId="3829570038" sldId="2147483683"/>
          </pc:sldLayoutMkLst>
        </pc:sldLayoutChg>
        <pc:sldLayoutChg chg="mod">
          <pc:chgData name="Alisa Weinhold" userId="4a14153a-c6ba-41d6-8e8a-90a9b5448ed3" providerId="ADAL" clId="{9B3EBCAD-B912-4D24-9E29-48B3BF02DFD4}" dt="2024-02-07T09:54:51.874" v="5" actId="6014"/>
          <pc:sldLayoutMkLst>
            <pc:docMk/>
            <pc:sldMasterMk cId="2055207460" sldId="2147483648"/>
            <pc:sldLayoutMk cId="1082875345" sldId="2147483705"/>
          </pc:sldLayoutMkLst>
        </pc:sldLayoutChg>
      </pc:sldMasterChg>
    </pc:docChg>
  </pc:docChgLst>
  <pc:docChgLst>
    <pc:chgData name="Christian Schmalzl" userId="6b9f0938-7dea-40f1-bacf-9f2f145ff686" providerId="ADAL" clId="{378F8FB6-A01C-472B-AC4C-70A4C2D50B53}"/>
    <pc:docChg chg="undo custSel addSld delSld modSld">
      <pc:chgData name="Christian Schmalzl" userId="6b9f0938-7dea-40f1-bacf-9f2f145ff686" providerId="ADAL" clId="{378F8FB6-A01C-472B-AC4C-70A4C2D50B53}" dt="2024-02-06T12:47:49.976" v="15" actId="680"/>
      <pc:docMkLst>
        <pc:docMk/>
      </pc:docMkLst>
      <pc:sldChg chg="modSp mod">
        <pc:chgData name="Christian Schmalzl" userId="6b9f0938-7dea-40f1-bacf-9f2f145ff686" providerId="ADAL" clId="{378F8FB6-A01C-472B-AC4C-70A4C2D50B53}" dt="2024-02-06T12:25:39.753" v="3" actId="20577"/>
        <pc:sldMkLst>
          <pc:docMk/>
          <pc:sldMk cId="3169017830" sldId="257"/>
        </pc:sldMkLst>
        <pc:spChg chg="mod">
          <ac:chgData name="Christian Schmalzl" userId="6b9f0938-7dea-40f1-bacf-9f2f145ff686" providerId="ADAL" clId="{378F8FB6-A01C-472B-AC4C-70A4C2D50B53}" dt="2024-02-06T12:25:39.753" v="3" actId="20577"/>
          <ac:spMkLst>
            <pc:docMk/>
            <pc:sldMk cId="3169017830" sldId="257"/>
            <ac:spMk id="6" creationId="{483B08F1-24AA-9D93-1780-B9A8C4207A54}"/>
          </ac:spMkLst>
        </pc:spChg>
      </pc:sldChg>
      <pc:sldChg chg="new del">
        <pc:chgData name="Christian Schmalzl" userId="6b9f0938-7dea-40f1-bacf-9f2f145ff686" providerId="ADAL" clId="{378F8FB6-A01C-472B-AC4C-70A4C2D50B53}" dt="2024-02-06T12:26:07.821" v="5" actId="680"/>
        <pc:sldMkLst>
          <pc:docMk/>
          <pc:sldMk cId="364090009" sldId="260"/>
        </pc:sldMkLst>
      </pc:sldChg>
      <pc:sldChg chg="new del">
        <pc:chgData name="Christian Schmalzl" userId="6b9f0938-7dea-40f1-bacf-9f2f145ff686" providerId="ADAL" clId="{378F8FB6-A01C-472B-AC4C-70A4C2D50B53}" dt="2024-02-06T12:26:31.765" v="9" actId="680"/>
        <pc:sldMkLst>
          <pc:docMk/>
          <pc:sldMk cId="2603785388" sldId="260"/>
        </pc:sldMkLst>
      </pc:sldChg>
      <pc:sldChg chg="addSp delSp modSp new del mod">
        <pc:chgData name="Christian Schmalzl" userId="6b9f0938-7dea-40f1-bacf-9f2f145ff686" providerId="ADAL" clId="{378F8FB6-A01C-472B-AC4C-70A4C2D50B53}" dt="2024-02-06T12:47:49.976" v="15" actId="680"/>
        <pc:sldMkLst>
          <pc:docMk/>
          <pc:sldMk cId="3929913747" sldId="260"/>
        </pc:sldMkLst>
        <pc:spChg chg="mod">
          <ac:chgData name="Christian Schmalzl" userId="6b9f0938-7dea-40f1-bacf-9f2f145ff686" providerId="ADAL" clId="{378F8FB6-A01C-472B-AC4C-70A4C2D50B53}" dt="2024-02-06T12:47:49.121" v="14"/>
          <ac:spMkLst>
            <pc:docMk/>
            <pc:sldMk cId="3929913747" sldId="260"/>
            <ac:spMk id="5" creationId="{9630ACDA-ADFF-E603-5EA8-1F3F4BCFE765}"/>
          </ac:spMkLst>
        </pc:spChg>
        <pc:picChg chg="add del mod">
          <ac:chgData name="Christian Schmalzl" userId="6b9f0938-7dea-40f1-bacf-9f2f145ff686" providerId="ADAL" clId="{378F8FB6-A01C-472B-AC4C-70A4C2D50B53}" dt="2024-02-06T12:45:52.104" v="12"/>
          <ac:picMkLst>
            <pc:docMk/>
            <pc:sldMk cId="3929913747" sldId="260"/>
            <ac:picMk id="7" creationId="{BCB8DBCB-04E1-35BA-AEB6-CA1E9DAC0AE5}"/>
          </ac:picMkLst>
        </pc:picChg>
      </pc:sldChg>
      <pc:sldChg chg="new del">
        <pc:chgData name="Christian Schmalzl" userId="6b9f0938-7dea-40f1-bacf-9f2f145ff686" providerId="ADAL" clId="{378F8FB6-A01C-472B-AC4C-70A4C2D50B53}" dt="2024-02-06T12:26:31.492" v="8" actId="680"/>
        <pc:sldMkLst>
          <pc:docMk/>
          <pc:sldMk cId="1831841891" sldId="261"/>
        </pc:sldMkLst>
      </pc:sldChg>
    </pc:docChg>
  </pc:docChgLst>
  <pc:docChgLst>
    <pc:chgData name="Alisa Weinhold" userId="S::wea39325@hs-regensburg.de::4a14153a-c6ba-41d6-8e8a-90a9b5448ed3" providerId="AD" clId="Web-{4412A895-FB4C-416A-93E7-05F13861E398}"/>
    <pc:docChg chg="addSld">
      <pc:chgData name="Alisa Weinhold" userId="S::wea39325@hs-regensburg.de::4a14153a-c6ba-41d6-8e8a-90a9b5448ed3" providerId="AD" clId="Web-{4412A895-FB4C-416A-93E7-05F13861E398}" dt="2024-02-07T09:51:05.162" v="0"/>
      <pc:docMkLst>
        <pc:docMk/>
      </pc:docMkLst>
      <pc:sldChg chg="new">
        <pc:chgData name="Alisa Weinhold" userId="S::wea39325@hs-regensburg.de::4a14153a-c6ba-41d6-8e8a-90a9b5448ed3" providerId="AD" clId="Web-{4412A895-FB4C-416A-93E7-05F13861E398}" dt="2024-02-07T09:51:05.162" v="0"/>
        <pc:sldMkLst>
          <pc:docMk/>
          <pc:sldMk cId="740308674" sldId="26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D62BF783-3B77-5574-7BDB-C060ADAAA3E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E8C11402-D701-2495-D3DB-44B5A08144D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8B1069-75E4-459F-81E7-F12BB487B326}" type="datetimeFigureOut">
              <a:rPr lang="de-DE" smtClean="0"/>
              <a:t>04.10.2025</a:t>
            </a:fld>
            <a:endParaRPr lang="de-DE"/>
          </a:p>
        </p:txBody>
      </p:sp>
      <p:sp>
        <p:nvSpPr>
          <p:cNvPr id="4" name="Fußzeilenplatzhalter 3">
            <a:extLst>
              <a:ext uri="{FF2B5EF4-FFF2-40B4-BE49-F238E27FC236}">
                <a16:creationId xmlns:a16="http://schemas.microsoft.com/office/drawing/2014/main" id="{E8152826-BD67-C4CA-3A41-AE637F92D51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BFF59763-3BF1-C53C-42C3-27CFC47878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02372-862D-4B08-94DD-BA1BDCBB648B}" type="slidenum">
              <a:rPr lang="de-DE" smtClean="0"/>
              <a:t>‹#›</a:t>
            </a:fld>
            <a:endParaRPr lang="de-DE"/>
          </a:p>
        </p:txBody>
      </p:sp>
    </p:spTree>
    <p:extLst>
      <p:ext uri="{BB962C8B-B14F-4D97-AF65-F5344CB8AC3E}">
        <p14:creationId xmlns:p14="http://schemas.microsoft.com/office/powerpoint/2010/main" val="18955280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A2E619-BF61-4444-8A30-4D976D0E5E7E}" type="datetimeFigureOut">
              <a:rPr lang="de-DE" smtClean="0"/>
              <a:t>04.10.2025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DAC6A5-7C75-4A9A-BD8E-BD0D34126057}" type="slidenum">
              <a:rPr lang="de-DE" smtClean="0"/>
              <a:t>‹#›</a:t>
            </a:fld>
            <a:endParaRPr lang="de-DE"/>
          </a:p>
        </p:txBody>
      </p:sp>
    </p:spTree>
    <p:extLst>
      <p:ext uri="{BB962C8B-B14F-4D97-AF65-F5344CB8AC3E}">
        <p14:creationId xmlns:p14="http://schemas.microsoft.com/office/powerpoint/2010/main" val="2493597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DAC6A5-7C75-4A9A-BD8E-BD0D34126057}" type="slidenum">
              <a:rPr lang="de-DE" smtClean="0"/>
              <a:t>1</a:t>
            </a:fld>
            <a:endParaRPr lang="de-DE"/>
          </a:p>
        </p:txBody>
      </p:sp>
    </p:spTree>
    <p:extLst>
      <p:ext uri="{BB962C8B-B14F-4D97-AF65-F5344CB8AC3E}">
        <p14:creationId xmlns:p14="http://schemas.microsoft.com/office/powerpoint/2010/main" val="41307928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elfolie">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0CF7BCD0-9768-44A4-8F8B-88737C115C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 t="30545" r="25498" b="1"/>
          <a:stretch/>
        </p:blipFill>
        <p:spPr>
          <a:xfrm>
            <a:off x="26639" y="2490937"/>
            <a:ext cx="5078761" cy="3132167"/>
          </a:xfrm>
          <a:prstGeom prst="rect">
            <a:avLst/>
          </a:prstGeom>
        </p:spPr>
      </p:pic>
      <p:pic>
        <p:nvPicPr>
          <p:cNvPr id="9" name="Grafik 8">
            <a:extLst>
              <a:ext uri="{FF2B5EF4-FFF2-40B4-BE49-F238E27FC236}">
                <a16:creationId xmlns:a16="http://schemas.microsoft.com/office/drawing/2014/main" id="{3504B5DE-528E-4B14-8528-A0AA26B8FE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495190" y="679890"/>
            <a:ext cx="5580000" cy="948479"/>
          </a:xfrm>
          <a:prstGeom prst="rect">
            <a:avLst/>
          </a:prstGeom>
        </p:spPr>
      </p:pic>
      <p:cxnSp>
        <p:nvCxnSpPr>
          <p:cNvPr id="14" name="Gerader Verbinder 13">
            <a:extLst>
              <a:ext uri="{FF2B5EF4-FFF2-40B4-BE49-F238E27FC236}">
                <a16:creationId xmlns:a16="http://schemas.microsoft.com/office/drawing/2014/main" id="{DD4A78C2-5C6B-4BCD-A70D-7D738FEF7414}"/>
              </a:ext>
            </a:extLst>
          </p:cNvPr>
          <p:cNvCxnSpPr>
            <a:cxnSpLocks/>
          </p:cNvCxnSpPr>
          <p:nvPr userDrawn="1"/>
        </p:nvCxnSpPr>
        <p:spPr>
          <a:xfrm>
            <a:off x="5355231" y="2490937"/>
            <a:ext cx="0" cy="1404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5" name="Textplatzhalter 12">
            <a:extLst>
              <a:ext uri="{FF2B5EF4-FFF2-40B4-BE49-F238E27FC236}">
                <a16:creationId xmlns:a16="http://schemas.microsoft.com/office/drawing/2014/main" id="{F0214C57-AAE2-42B6-A95F-C39478581E61}"/>
              </a:ext>
            </a:extLst>
          </p:cNvPr>
          <p:cNvSpPr>
            <a:spLocks noGrp="1"/>
          </p:cNvSpPr>
          <p:nvPr>
            <p:ph type="body" sz="quarter" idx="13" hasCustomPrompt="1"/>
          </p:nvPr>
        </p:nvSpPr>
        <p:spPr>
          <a:xfrm>
            <a:off x="5495189" y="2492894"/>
            <a:ext cx="6342313" cy="1403350"/>
          </a:xfrm>
          <a:prstGeom prst="rect">
            <a:avLst/>
          </a:prstGeom>
        </p:spPr>
        <p:txBody>
          <a:bodyPr anchor="ctr">
            <a:normAutofit/>
          </a:bodyPr>
          <a:lstStyle>
            <a:lvl1pPr marL="0" indent="0">
              <a:lnSpc>
                <a:spcPct val="150000"/>
              </a:lnSpc>
              <a:buNone/>
              <a:defRPr sz="3600" b="1"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dirty="0"/>
              <a:t>Präsentationstitel </a:t>
            </a:r>
            <a:br>
              <a:rPr lang="de-DE" dirty="0"/>
            </a:br>
            <a:r>
              <a:rPr lang="de-DE" dirty="0"/>
              <a:t>bearbeiten</a:t>
            </a:r>
          </a:p>
        </p:txBody>
      </p:sp>
      <p:pic>
        <p:nvPicPr>
          <p:cNvPr id="16" name="Grafik 15">
            <a:extLst>
              <a:ext uri="{FF2B5EF4-FFF2-40B4-BE49-F238E27FC236}">
                <a16:creationId xmlns:a16="http://schemas.microsoft.com/office/drawing/2014/main" id="{16525A63-0B16-4326-A78B-61E1E1490989}"/>
              </a:ext>
            </a:extLst>
          </p:cNvPr>
          <p:cNvPicPr preferRelativeResize="0">
            <a:picLocks/>
          </p:cNvPicPr>
          <p:nvPr userDrawn="1"/>
        </p:nvPicPr>
        <p:blipFill rotWithShape="1">
          <a:blip r:embed="rId4">
            <a:extLst>
              <a:ext uri="{28A0092B-C50C-407E-A947-70E740481C1C}">
                <a14:useLocalDpi xmlns:a14="http://schemas.microsoft.com/office/drawing/2010/main" val="0"/>
              </a:ext>
            </a:extLst>
          </a:blip>
          <a:srcRect l="31403" b="52378"/>
          <a:stretch/>
        </p:blipFill>
        <p:spPr>
          <a:xfrm flipH="1">
            <a:off x="9630375" y="5077460"/>
            <a:ext cx="2563200" cy="1780540"/>
          </a:xfrm>
          <a:prstGeom prst="rect">
            <a:avLst/>
          </a:prstGeom>
        </p:spPr>
      </p:pic>
      <p:sp>
        <p:nvSpPr>
          <p:cNvPr id="3" name="Textplatzhalter 2">
            <a:extLst>
              <a:ext uri="{FF2B5EF4-FFF2-40B4-BE49-F238E27FC236}">
                <a16:creationId xmlns:a16="http://schemas.microsoft.com/office/drawing/2014/main" id="{8CDD3C7F-BB53-47B3-BB90-3B56F1A0D436}"/>
              </a:ext>
            </a:extLst>
          </p:cNvPr>
          <p:cNvSpPr>
            <a:spLocks noGrp="1"/>
          </p:cNvSpPr>
          <p:nvPr>
            <p:ph type="body" sz="quarter" idx="14" hasCustomPrompt="1"/>
          </p:nvPr>
        </p:nvSpPr>
        <p:spPr>
          <a:xfrm>
            <a:off x="5682092" y="5087938"/>
            <a:ext cx="5913005" cy="639762"/>
          </a:xfrm>
          <a:prstGeom prst="rect">
            <a:avLst/>
          </a:prstGeom>
        </p:spPr>
        <p:txBody>
          <a:bodyPr anchor="b">
            <a:noAutofit/>
          </a:bodyPr>
          <a:lstStyle>
            <a:lvl1pPr marL="0" indent="0">
              <a:lnSpc>
                <a:spcPct val="100000"/>
              </a:lnSpc>
              <a:spcBef>
                <a:spcPts val="0"/>
              </a:spcBef>
              <a:buNone/>
              <a:defRPr sz="2000" cap="none" baseline="0"/>
            </a:lvl1pPr>
          </a:lstStyle>
          <a:p>
            <a:pPr lvl="0"/>
            <a:r>
              <a:rPr lang="de-DE" dirty="0"/>
              <a:t>Name, Titel</a:t>
            </a:r>
          </a:p>
        </p:txBody>
      </p:sp>
      <p:sp>
        <p:nvSpPr>
          <p:cNvPr id="17" name="Fußzeilenplatzhalter 4">
            <a:extLst>
              <a:ext uri="{FF2B5EF4-FFF2-40B4-BE49-F238E27FC236}">
                <a16:creationId xmlns:a16="http://schemas.microsoft.com/office/drawing/2014/main" id="{064479BB-1647-BFCC-D74D-EA996DF86E1E}"/>
              </a:ext>
            </a:extLst>
          </p:cNvPr>
          <p:cNvSpPr>
            <a:spLocks noGrp="1"/>
          </p:cNvSpPr>
          <p:nvPr>
            <p:ph type="ftr" sz="quarter" idx="15"/>
          </p:nvPr>
        </p:nvSpPr>
        <p:spPr>
          <a:xfrm>
            <a:off x="613834" y="6492875"/>
            <a:ext cx="7908241" cy="365125"/>
          </a:xfrm>
          <a:prstGeom prst="rect">
            <a:avLst/>
          </a:prstGeom>
        </p:spPr>
        <p:txBody>
          <a:bodyPr/>
          <a:lstStyle/>
          <a:p>
            <a:r>
              <a:rPr lang="de-DE"/>
              <a:t>OTH Regensburg | Piyushkumar Baldha | MEM Master Thesis</a:t>
            </a:r>
            <a:endParaRPr lang="de-DE" dirty="0"/>
          </a:p>
        </p:txBody>
      </p:sp>
      <p:sp>
        <p:nvSpPr>
          <p:cNvPr id="18" name="Foliennummernplatzhalter 4">
            <a:extLst>
              <a:ext uri="{FF2B5EF4-FFF2-40B4-BE49-F238E27FC236}">
                <a16:creationId xmlns:a16="http://schemas.microsoft.com/office/drawing/2014/main" id="{DC8FA0A8-5CD3-CAF2-1C6F-25BD52527497}"/>
              </a:ext>
            </a:extLst>
          </p:cNvPr>
          <p:cNvSpPr>
            <a:spLocks noGrp="1"/>
          </p:cNvSpPr>
          <p:nvPr>
            <p:ph type="sldNum" sz="quarter" idx="4"/>
          </p:nvPr>
        </p:nvSpPr>
        <p:spPr>
          <a:xfrm>
            <a:off x="9344025" y="647962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298502-BA22-4927-B2ED-0A18FFA86FFE}" type="slidenum">
              <a:rPr lang="de-DE" smtClean="0"/>
              <a:pPr/>
              <a:t>‹#›</a:t>
            </a:fld>
            <a:endParaRPr lang="de-DE"/>
          </a:p>
        </p:txBody>
      </p:sp>
      <p:sp>
        <p:nvSpPr>
          <p:cNvPr id="2" name="Bildplatzhalter 3">
            <a:extLst>
              <a:ext uri="{FF2B5EF4-FFF2-40B4-BE49-F238E27FC236}">
                <a16:creationId xmlns:a16="http://schemas.microsoft.com/office/drawing/2014/main" id="{20C9B0B2-364B-B5B9-09A9-1B0309B39C32}"/>
              </a:ext>
            </a:extLst>
          </p:cNvPr>
          <p:cNvSpPr>
            <a:spLocks noGrp="1" noChangeAspect="1"/>
          </p:cNvSpPr>
          <p:nvPr>
            <p:ph type="pic" sz="quarter" idx="26"/>
          </p:nvPr>
        </p:nvSpPr>
        <p:spPr>
          <a:xfrm>
            <a:off x="0" y="2183389"/>
            <a:ext cx="4790883" cy="3136635"/>
          </a:xfrm>
          <a:prstGeom prst="rect">
            <a:avLst/>
          </a:prstGeom>
          <a:solidFill>
            <a:schemeClr val="bg2"/>
          </a:solidFill>
        </p:spPr>
        <p:txBody>
          <a:bodyPr/>
          <a:lstStyle>
            <a:lvl1pPr marL="0" indent="0">
              <a:buNone/>
              <a:defRPr/>
            </a:lvl1pPr>
          </a:lstStyle>
          <a:p>
            <a:endParaRPr lang="de-DE"/>
          </a:p>
        </p:txBody>
      </p:sp>
    </p:spTree>
    <p:extLst>
      <p:ext uri="{BB962C8B-B14F-4D97-AF65-F5344CB8AC3E}">
        <p14:creationId xmlns:p14="http://schemas.microsoft.com/office/powerpoint/2010/main" val="391113374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1570">
          <p15:clr>
            <a:srgbClr val="FBAE40"/>
          </p15:clr>
        </p15:guide>
        <p15:guide id="3" pos="3840">
          <p15:clr>
            <a:srgbClr val="FBAE40"/>
          </p15:clr>
        </p15:guide>
        <p15:guide id="4" pos="3454">
          <p15:clr>
            <a:srgbClr val="FBAE40"/>
          </p15:clr>
        </p15:guide>
        <p15:guide id="5" orient="horz" pos="354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50" name="Grafik 49">
            <a:extLst>
              <a:ext uri="{FF2B5EF4-FFF2-40B4-BE49-F238E27FC236}">
                <a16:creationId xmlns:a16="http://schemas.microsoft.com/office/drawing/2014/main" id="{3BAB15A7-57AE-4AA5-B08E-38C12D570FE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0293" r="-299" b="1081"/>
          <a:stretch/>
        </p:blipFill>
        <p:spPr>
          <a:xfrm>
            <a:off x="1123023" y="1980196"/>
            <a:ext cx="10801350" cy="4472992"/>
          </a:xfrm>
          <a:prstGeom prst="rect">
            <a:avLst/>
          </a:prstGeom>
        </p:spPr>
      </p:pic>
      <p:sp>
        <p:nvSpPr>
          <p:cNvPr id="9" name="Rechteck 8">
            <a:extLst>
              <a:ext uri="{FF2B5EF4-FFF2-40B4-BE49-F238E27FC236}">
                <a16:creationId xmlns:a16="http://schemas.microsoft.com/office/drawing/2014/main" id="{685581C3-59B2-4343-98C4-91020C6EB263}"/>
              </a:ext>
            </a:extLst>
          </p:cNvPr>
          <p:cNvSpPr/>
          <p:nvPr userDrawn="1"/>
        </p:nvSpPr>
        <p:spPr>
          <a:xfrm>
            <a:off x="710624" y="1628775"/>
            <a:ext cx="10786051" cy="44561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000" dirty="0"/>
          </a:p>
        </p:txBody>
      </p:sp>
      <p:sp>
        <p:nvSpPr>
          <p:cNvPr id="17" name="Textplatzhalter 12">
            <a:extLst>
              <a:ext uri="{FF2B5EF4-FFF2-40B4-BE49-F238E27FC236}">
                <a16:creationId xmlns:a16="http://schemas.microsoft.com/office/drawing/2014/main" id="{BB566CE9-B87F-4169-92E7-0CD1FE2734CD}"/>
              </a:ext>
            </a:extLst>
          </p:cNvPr>
          <p:cNvSpPr>
            <a:spLocks noGrp="1"/>
          </p:cNvSpPr>
          <p:nvPr>
            <p:ph type="body" sz="quarter" idx="14" hasCustomPrompt="1"/>
          </p:nvPr>
        </p:nvSpPr>
        <p:spPr>
          <a:xfrm>
            <a:off x="1709341" y="2320251"/>
            <a:ext cx="4234260" cy="599305"/>
          </a:xfrm>
          <a:prstGeom prst="rect">
            <a:avLst/>
          </a:prstGeom>
        </p:spPr>
        <p:txBody>
          <a:bodyPr anchor="ctr">
            <a:noAutofit/>
          </a:bodyPr>
          <a:lstStyle>
            <a:lvl1pPr marL="0" indent="0">
              <a:buNone/>
              <a:defRPr sz="2000" b="0"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dirty="0"/>
              <a:t>Text bearbeiten</a:t>
            </a:r>
          </a:p>
        </p:txBody>
      </p:sp>
      <p:sp>
        <p:nvSpPr>
          <p:cNvPr id="24" name="Textplatzhalter 12">
            <a:extLst>
              <a:ext uri="{FF2B5EF4-FFF2-40B4-BE49-F238E27FC236}">
                <a16:creationId xmlns:a16="http://schemas.microsoft.com/office/drawing/2014/main" id="{157AB65D-08FC-4509-8EFE-5946AF784755}"/>
              </a:ext>
            </a:extLst>
          </p:cNvPr>
          <p:cNvSpPr>
            <a:spLocks noGrp="1"/>
          </p:cNvSpPr>
          <p:nvPr>
            <p:ph type="body" sz="quarter" idx="16" hasCustomPrompt="1"/>
          </p:nvPr>
        </p:nvSpPr>
        <p:spPr>
          <a:xfrm>
            <a:off x="1709341" y="3451913"/>
            <a:ext cx="4234260" cy="599305"/>
          </a:xfrm>
          <a:prstGeom prst="rect">
            <a:avLst/>
          </a:prstGeom>
        </p:spPr>
        <p:txBody>
          <a:bodyPr anchor="ctr">
            <a:noAutofit/>
          </a:bodyPr>
          <a:lstStyle>
            <a:lvl1pPr marL="0" indent="0">
              <a:buNone/>
              <a:defRPr sz="2000" b="0"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a:t>Text bearbeiten</a:t>
            </a:r>
          </a:p>
        </p:txBody>
      </p:sp>
      <p:sp>
        <p:nvSpPr>
          <p:cNvPr id="27" name="Textplatzhalter 12">
            <a:extLst>
              <a:ext uri="{FF2B5EF4-FFF2-40B4-BE49-F238E27FC236}">
                <a16:creationId xmlns:a16="http://schemas.microsoft.com/office/drawing/2014/main" id="{8504DFD6-22AC-4E97-9C38-CBCC12A35A64}"/>
              </a:ext>
            </a:extLst>
          </p:cNvPr>
          <p:cNvSpPr>
            <a:spLocks noGrp="1"/>
          </p:cNvSpPr>
          <p:nvPr>
            <p:ph type="body" sz="quarter" idx="18" hasCustomPrompt="1"/>
          </p:nvPr>
        </p:nvSpPr>
        <p:spPr>
          <a:xfrm>
            <a:off x="1709341" y="4635390"/>
            <a:ext cx="4234260" cy="599305"/>
          </a:xfrm>
          <a:prstGeom prst="rect">
            <a:avLst/>
          </a:prstGeom>
        </p:spPr>
        <p:txBody>
          <a:bodyPr anchor="ctr">
            <a:noAutofit/>
          </a:bodyPr>
          <a:lstStyle>
            <a:lvl1pPr marL="0" indent="0">
              <a:buNone/>
              <a:defRPr sz="2000" b="0"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a:t>Text bearbeiten</a:t>
            </a:r>
          </a:p>
        </p:txBody>
      </p:sp>
      <p:sp>
        <p:nvSpPr>
          <p:cNvPr id="30" name="Textplatzhalter 12">
            <a:extLst>
              <a:ext uri="{FF2B5EF4-FFF2-40B4-BE49-F238E27FC236}">
                <a16:creationId xmlns:a16="http://schemas.microsoft.com/office/drawing/2014/main" id="{216D8355-3BD0-43BC-9D7C-D76373E3AAC2}"/>
              </a:ext>
            </a:extLst>
          </p:cNvPr>
          <p:cNvSpPr>
            <a:spLocks noGrp="1"/>
          </p:cNvSpPr>
          <p:nvPr>
            <p:ph type="body" sz="quarter" idx="20" hasCustomPrompt="1"/>
          </p:nvPr>
        </p:nvSpPr>
        <p:spPr>
          <a:xfrm>
            <a:off x="6839925" y="2320251"/>
            <a:ext cx="4234260" cy="599305"/>
          </a:xfrm>
          <a:prstGeom prst="rect">
            <a:avLst/>
          </a:prstGeom>
        </p:spPr>
        <p:txBody>
          <a:bodyPr anchor="ctr">
            <a:noAutofit/>
          </a:bodyPr>
          <a:lstStyle>
            <a:lvl1pPr marL="0" indent="0">
              <a:buNone/>
              <a:defRPr sz="2000" b="0"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a:t>Text bearbeiten</a:t>
            </a:r>
          </a:p>
        </p:txBody>
      </p:sp>
      <p:sp>
        <p:nvSpPr>
          <p:cNvPr id="33" name="Textplatzhalter 12">
            <a:extLst>
              <a:ext uri="{FF2B5EF4-FFF2-40B4-BE49-F238E27FC236}">
                <a16:creationId xmlns:a16="http://schemas.microsoft.com/office/drawing/2014/main" id="{37050F43-5393-47A9-9BED-A96E03D891D3}"/>
              </a:ext>
            </a:extLst>
          </p:cNvPr>
          <p:cNvSpPr>
            <a:spLocks noGrp="1"/>
          </p:cNvSpPr>
          <p:nvPr>
            <p:ph type="body" sz="quarter" idx="22" hasCustomPrompt="1"/>
          </p:nvPr>
        </p:nvSpPr>
        <p:spPr>
          <a:xfrm>
            <a:off x="6839925" y="3451913"/>
            <a:ext cx="4234260" cy="599305"/>
          </a:xfrm>
          <a:prstGeom prst="rect">
            <a:avLst/>
          </a:prstGeom>
        </p:spPr>
        <p:txBody>
          <a:bodyPr anchor="ctr">
            <a:noAutofit/>
          </a:bodyPr>
          <a:lstStyle>
            <a:lvl1pPr marL="0" indent="0">
              <a:buNone/>
              <a:defRPr sz="2000" b="0"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a:t>Text bearbeiten</a:t>
            </a:r>
          </a:p>
        </p:txBody>
      </p:sp>
      <p:sp>
        <p:nvSpPr>
          <p:cNvPr id="36" name="Textplatzhalter 12">
            <a:extLst>
              <a:ext uri="{FF2B5EF4-FFF2-40B4-BE49-F238E27FC236}">
                <a16:creationId xmlns:a16="http://schemas.microsoft.com/office/drawing/2014/main" id="{1EFE8ED0-915F-49F2-B99F-3565CF0BD432}"/>
              </a:ext>
            </a:extLst>
          </p:cNvPr>
          <p:cNvSpPr>
            <a:spLocks noGrp="1"/>
          </p:cNvSpPr>
          <p:nvPr>
            <p:ph type="body" sz="quarter" idx="24" hasCustomPrompt="1"/>
          </p:nvPr>
        </p:nvSpPr>
        <p:spPr>
          <a:xfrm>
            <a:off x="6839925" y="4635390"/>
            <a:ext cx="4234260" cy="599305"/>
          </a:xfrm>
          <a:prstGeom prst="rect">
            <a:avLst/>
          </a:prstGeom>
        </p:spPr>
        <p:txBody>
          <a:bodyPr anchor="ctr">
            <a:noAutofit/>
          </a:bodyPr>
          <a:lstStyle>
            <a:lvl1pPr marL="0" indent="0">
              <a:buNone/>
              <a:defRPr sz="2000" b="0"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a:t>Text bearbeiten</a:t>
            </a:r>
          </a:p>
        </p:txBody>
      </p:sp>
      <p:pic>
        <p:nvPicPr>
          <p:cNvPr id="2" name="Grafik 1">
            <a:extLst>
              <a:ext uri="{FF2B5EF4-FFF2-40B4-BE49-F238E27FC236}">
                <a16:creationId xmlns:a16="http://schemas.microsoft.com/office/drawing/2014/main" id="{154B7DDD-4EC8-F398-71F8-596756650A2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94668" y="166892"/>
            <a:ext cx="1004013" cy="778061"/>
          </a:xfrm>
          <a:prstGeom prst="rect">
            <a:avLst/>
          </a:prstGeom>
        </p:spPr>
      </p:pic>
      <p:sp>
        <p:nvSpPr>
          <p:cNvPr id="22" name="Fußzeilenplatzhalter 4">
            <a:extLst>
              <a:ext uri="{FF2B5EF4-FFF2-40B4-BE49-F238E27FC236}">
                <a16:creationId xmlns:a16="http://schemas.microsoft.com/office/drawing/2014/main" id="{03894C40-786F-CE5E-2268-0B9A087BC5CC}"/>
              </a:ext>
            </a:extLst>
          </p:cNvPr>
          <p:cNvSpPr>
            <a:spLocks noGrp="1"/>
          </p:cNvSpPr>
          <p:nvPr>
            <p:ph type="ftr" sz="quarter" idx="26"/>
          </p:nvPr>
        </p:nvSpPr>
        <p:spPr>
          <a:xfrm>
            <a:off x="613834" y="6492875"/>
            <a:ext cx="7908241" cy="365125"/>
          </a:xfrm>
          <a:prstGeom prst="rect">
            <a:avLst/>
          </a:prstGeom>
        </p:spPr>
        <p:txBody>
          <a:bodyPr/>
          <a:lstStyle/>
          <a:p>
            <a:r>
              <a:rPr lang="de-DE"/>
              <a:t>OTH Regensburg | Piyushkumar Baldha | MEM Master Thesis</a:t>
            </a:r>
            <a:endParaRPr lang="de-DE" dirty="0"/>
          </a:p>
        </p:txBody>
      </p:sp>
      <p:sp>
        <p:nvSpPr>
          <p:cNvPr id="23" name="Foliennummernplatzhalter 4">
            <a:extLst>
              <a:ext uri="{FF2B5EF4-FFF2-40B4-BE49-F238E27FC236}">
                <a16:creationId xmlns:a16="http://schemas.microsoft.com/office/drawing/2014/main" id="{D8319E2C-9CCB-6E1B-A38D-7663FDE10501}"/>
              </a:ext>
            </a:extLst>
          </p:cNvPr>
          <p:cNvSpPr>
            <a:spLocks noGrp="1"/>
          </p:cNvSpPr>
          <p:nvPr>
            <p:ph type="sldNum" sz="quarter" idx="4"/>
          </p:nvPr>
        </p:nvSpPr>
        <p:spPr>
          <a:xfrm>
            <a:off x="9344025" y="647962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298502-BA22-4927-B2ED-0A18FFA86FFE}" type="slidenum">
              <a:rPr lang="de-DE" smtClean="0"/>
              <a:pPr/>
              <a:t>‹#›</a:t>
            </a:fld>
            <a:endParaRPr lang="de-DE"/>
          </a:p>
        </p:txBody>
      </p:sp>
      <p:sp>
        <p:nvSpPr>
          <p:cNvPr id="6" name="Textplatzhalter 20">
            <a:extLst>
              <a:ext uri="{FF2B5EF4-FFF2-40B4-BE49-F238E27FC236}">
                <a16:creationId xmlns:a16="http://schemas.microsoft.com/office/drawing/2014/main" id="{5794D0F0-7285-B8AE-281E-DC3CD9D4EEA2}"/>
              </a:ext>
            </a:extLst>
          </p:cNvPr>
          <p:cNvSpPr>
            <a:spLocks noGrp="1"/>
          </p:cNvSpPr>
          <p:nvPr>
            <p:ph type="body" sz="quarter" idx="25" hasCustomPrompt="1"/>
          </p:nvPr>
        </p:nvSpPr>
        <p:spPr>
          <a:xfrm>
            <a:off x="710624" y="758632"/>
            <a:ext cx="9342000" cy="338138"/>
          </a:xfrm>
          <a:prstGeom prst="rect">
            <a:avLst/>
          </a:prstGeom>
        </p:spPr>
        <p:txBody>
          <a:bodyPr/>
          <a:lstStyle>
            <a:lvl1pPr marL="0" indent="0">
              <a:buNone/>
              <a:defRPr sz="2000" b="1"/>
            </a:lvl1pPr>
          </a:lstStyle>
          <a:p>
            <a:pPr lvl="0"/>
            <a:r>
              <a:rPr lang="de-DE" dirty="0"/>
              <a:t>ggf. Unterüberschrift</a:t>
            </a:r>
          </a:p>
        </p:txBody>
      </p:sp>
      <p:sp>
        <p:nvSpPr>
          <p:cNvPr id="18" name="Textplatzhalter 12">
            <a:extLst>
              <a:ext uri="{FF2B5EF4-FFF2-40B4-BE49-F238E27FC236}">
                <a16:creationId xmlns:a16="http://schemas.microsoft.com/office/drawing/2014/main" id="{D24A76E9-4CED-4D5F-6A01-C8E165B1E7FC}"/>
              </a:ext>
            </a:extLst>
          </p:cNvPr>
          <p:cNvSpPr>
            <a:spLocks noGrp="1"/>
          </p:cNvSpPr>
          <p:nvPr>
            <p:ph type="body" sz="quarter" idx="27" hasCustomPrompt="1"/>
          </p:nvPr>
        </p:nvSpPr>
        <p:spPr>
          <a:xfrm>
            <a:off x="978115" y="3477335"/>
            <a:ext cx="433900" cy="599305"/>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lang="de-DE" sz="2800" b="1" kern="1200" cap="none" baseline="0" dirty="0">
                <a:solidFill>
                  <a:schemeClr val="tx1"/>
                </a:solidFill>
                <a:latin typeface="+mn-lt"/>
                <a:ea typeface="+mn-ea"/>
                <a:cs typeface="+mn-cs"/>
              </a:defRPr>
            </a:lvl1pPr>
            <a:lvl2pPr>
              <a:defRPr sz="2900" b="1" cap="all" baseline="0"/>
            </a:lvl2pPr>
            <a:lvl3pPr>
              <a:defRPr sz="2900" b="1" cap="all" baseline="0"/>
            </a:lvl3pPr>
            <a:lvl4pPr>
              <a:defRPr sz="2900" b="1" cap="all" baseline="0"/>
            </a:lvl4pPr>
            <a:lvl5pPr>
              <a:defRPr sz="2900" b="1" cap="all" baseline="0"/>
            </a:lvl5pPr>
          </a:lstStyle>
          <a:p>
            <a:pPr lvl="0"/>
            <a:r>
              <a:rPr lang="de-DE" dirty="0"/>
              <a:t>x</a:t>
            </a:r>
          </a:p>
        </p:txBody>
      </p:sp>
      <p:sp>
        <p:nvSpPr>
          <p:cNvPr id="19" name="Textplatzhalter 12">
            <a:extLst>
              <a:ext uri="{FF2B5EF4-FFF2-40B4-BE49-F238E27FC236}">
                <a16:creationId xmlns:a16="http://schemas.microsoft.com/office/drawing/2014/main" id="{6E922C87-8CDB-5A7C-D6B4-50A5F8F559D4}"/>
              </a:ext>
            </a:extLst>
          </p:cNvPr>
          <p:cNvSpPr>
            <a:spLocks noGrp="1"/>
          </p:cNvSpPr>
          <p:nvPr>
            <p:ph type="body" sz="quarter" idx="28" hasCustomPrompt="1"/>
          </p:nvPr>
        </p:nvSpPr>
        <p:spPr>
          <a:xfrm>
            <a:off x="977565" y="4629920"/>
            <a:ext cx="433900" cy="599305"/>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lang="de-DE" sz="2800" b="1" kern="1200" cap="none" baseline="0" dirty="0">
                <a:solidFill>
                  <a:schemeClr val="tx1"/>
                </a:solidFill>
                <a:latin typeface="+mn-lt"/>
                <a:ea typeface="+mn-ea"/>
                <a:cs typeface="+mn-cs"/>
              </a:defRPr>
            </a:lvl1pPr>
            <a:lvl2pPr>
              <a:defRPr sz="2900" b="1" cap="all" baseline="0"/>
            </a:lvl2pPr>
            <a:lvl3pPr>
              <a:defRPr sz="2900" b="1" cap="all" baseline="0"/>
            </a:lvl3pPr>
            <a:lvl4pPr>
              <a:defRPr sz="2900" b="1" cap="all" baseline="0"/>
            </a:lvl4pPr>
            <a:lvl5pPr>
              <a:defRPr sz="2900" b="1" cap="all" baseline="0"/>
            </a:lvl5pPr>
          </a:lstStyle>
          <a:p>
            <a:pPr lvl="0"/>
            <a:r>
              <a:rPr lang="de-DE" dirty="0"/>
              <a:t>x</a:t>
            </a:r>
          </a:p>
        </p:txBody>
      </p:sp>
      <p:sp>
        <p:nvSpPr>
          <p:cNvPr id="20" name="Textplatzhalter 12">
            <a:extLst>
              <a:ext uri="{FF2B5EF4-FFF2-40B4-BE49-F238E27FC236}">
                <a16:creationId xmlns:a16="http://schemas.microsoft.com/office/drawing/2014/main" id="{C1C8C74C-994E-9021-6F62-71CACEAA48AE}"/>
              </a:ext>
            </a:extLst>
          </p:cNvPr>
          <p:cNvSpPr>
            <a:spLocks noGrp="1"/>
          </p:cNvSpPr>
          <p:nvPr>
            <p:ph type="body" sz="quarter" idx="29" hasCustomPrompt="1"/>
          </p:nvPr>
        </p:nvSpPr>
        <p:spPr>
          <a:xfrm>
            <a:off x="6108086" y="2312376"/>
            <a:ext cx="433900" cy="599305"/>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lang="de-DE" sz="2800" b="1" kern="1200" cap="none" baseline="0" dirty="0">
                <a:solidFill>
                  <a:schemeClr val="tx1"/>
                </a:solidFill>
                <a:latin typeface="+mn-lt"/>
                <a:ea typeface="+mn-ea"/>
                <a:cs typeface="+mn-cs"/>
              </a:defRPr>
            </a:lvl1pPr>
            <a:lvl2pPr>
              <a:defRPr sz="2900" b="1" cap="all" baseline="0"/>
            </a:lvl2pPr>
            <a:lvl3pPr>
              <a:defRPr sz="2900" b="1" cap="all" baseline="0"/>
            </a:lvl3pPr>
            <a:lvl4pPr>
              <a:defRPr sz="2900" b="1" cap="all" baseline="0"/>
            </a:lvl4pPr>
            <a:lvl5pPr>
              <a:defRPr sz="2900" b="1" cap="all" baseline="0"/>
            </a:lvl5pPr>
          </a:lstStyle>
          <a:p>
            <a:pPr lvl="0"/>
            <a:r>
              <a:rPr lang="de-DE" dirty="0"/>
              <a:t>x</a:t>
            </a:r>
          </a:p>
        </p:txBody>
      </p:sp>
      <p:sp>
        <p:nvSpPr>
          <p:cNvPr id="21" name="Textplatzhalter 12">
            <a:extLst>
              <a:ext uri="{FF2B5EF4-FFF2-40B4-BE49-F238E27FC236}">
                <a16:creationId xmlns:a16="http://schemas.microsoft.com/office/drawing/2014/main" id="{13DD4683-AE33-D9D4-992E-63FED6FAB844}"/>
              </a:ext>
            </a:extLst>
          </p:cNvPr>
          <p:cNvSpPr>
            <a:spLocks noGrp="1"/>
          </p:cNvSpPr>
          <p:nvPr>
            <p:ph type="body" sz="quarter" idx="30" hasCustomPrompt="1"/>
          </p:nvPr>
        </p:nvSpPr>
        <p:spPr>
          <a:xfrm>
            <a:off x="6103649" y="3450443"/>
            <a:ext cx="433900" cy="599305"/>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lang="de-DE" sz="2800" b="1" kern="1200" cap="none" baseline="0" dirty="0">
                <a:solidFill>
                  <a:schemeClr val="tx1"/>
                </a:solidFill>
                <a:latin typeface="+mn-lt"/>
                <a:ea typeface="+mn-ea"/>
                <a:cs typeface="+mn-cs"/>
              </a:defRPr>
            </a:lvl1pPr>
            <a:lvl2pPr>
              <a:defRPr sz="2900" b="1" cap="all" baseline="0"/>
            </a:lvl2pPr>
            <a:lvl3pPr>
              <a:defRPr sz="2900" b="1" cap="all" baseline="0"/>
            </a:lvl3pPr>
            <a:lvl4pPr>
              <a:defRPr sz="2900" b="1" cap="all" baseline="0"/>
            </a:lvl4pPr>
            <a:lvl5pPr>
              <a:defRPr sz="2900" b="1" cap="all" baseline="0"/>
            </a:lvl5pPr>
          </a:lstStyle>
          <a:p>
            <a:pPr lvl="0"/>
            <a:r>
              <a:rPr lang="de-DE" dirty="0"/>
              <a:t>x</a:t>
            </a:r>
          </a:p>
        </p:txBody>
      </p:sp>
      <p:sp>
        <p:nvSpPr>
          <p:cNvPr id="25" name="Textplatzhalter 12">
            <a:extLst>
              <a:ext uri="{FF2B5EF4-FFF2-40B4-BE49-F238E27FC236}">
                <a16:creationId xmlns:a16="http://schemas.microsoft.com/office/drawing/2014/main" id="{B7C067E9-D8EC-527D-F22A-9FBF1B1C38EE}"/>
              </a:ext>
            </a:extLst>
          </p:cNvPr>
          <p:cNvSpPr>
            <a:spLocks noGrp="1"/>
          </p:cNvSpPr>
          <p:nvPr>
            <p:ph type="body" sz="quarter" idx="31" hasCustomPrompt="1"/>
          </p:nvPr>
        </p:nvSpPr>
        <p:spPr>
          <a:xfrm>
            <a:off x="6106637" y="4629919"/>
            <a:ext cx="433900" cy="599305"/>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lang="de-DE" sz="2800" b="1" kern="1200" cap="none" baseline="0" dirty="0">
                <a:solidFill>
                  <a:schemeClr val="tx1"/>
                </a:solidFill>
                <a:latin typeface="+mn-lt"/>
                <a:ea typeface="+mn-ea"/>
                <a:cs typeface="+mn-cs"/>
              </a:defRPr>
            </a:lvl1pPr>
            <a:lvl2pPr>
              <a:defRPr sz="2900" b="1" cap="all" baseline="0"/>
            </a:lvl2pPr>
            <a:lvl3pPr>
              <a:defRPr sz="2900" b="1" cap="all" baseline="0"/>
            </a:lvl3pPr>
            <a:lvl4pPr>
              <a:defRPr sz="2900" b="1" cap="all" baseline="0"/>
            </a:lvl4pPr>
            <a:lvl5pPr>
              <a:defRPr sz="2900" b="1" cap="all" baseline="0"/>
            </a:lvl5pPr>
          </a:lstStyle>
          <a:p>
            <a:pPr lvl="0"/>
            <a:r>
              <a:rPr lang="de-DE" dirty="0"/>
              <a:t>x</a:t>
            </a:r>
          </a:p>
        </p:txBody>
      </p:sp>
      <p:sp>
        <p:nvSpPr>
          <p:cNvPr id="12" name="Textplatzhalter 12">
            <a:extLst>
              <a:ext uri="{FF2B5EF4-FFF2-40B4-BE49-F238E27FC236}">
                <a16:creationId xmlns:a16="http://schemas.microsoft.com/office/drawing/2014/main" id="{FBB3032F-2C44-83C5-5807-0B6489CE3CD7}"/>
              </a:ext>
            </a:extLst>
          </p:cNvPr>
          <p:cNvSpPr>
            <a:spLocks noGrp="1"/>
          </p:cNvSpPr>
          <p:nvPr>
            <p:ph type="body" sz="quarter" idx="13" hasCustomPrompt="1"/>
          </p:nvPr>
        </p:nvSpPr>
        <p:spPr>
          <a:xfrm>
            <a:off x="695325" y="199474"/>
            <a:ext cx="10119053" cy="468000"/>
          </a:xfrm>
          <a:prstGeom prst="rect">
            <a:avLst/>
          </a:prstGeom>
        </p:spPr>
        <p:txBody>
          <a:bodyPr anchor="t">
            <a:noAutofit/>
          </a:bodyPr>
          <a:lstStyle>
            <a:lvl1pPr marL="0" indent="0">
              <a:buNone/>
              <a:defRPr sz="3000" b="1"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dirty="0"/>
              <a:t>Agenda bearbeiten</a:t>
            </a:r>
          </a:p>
        </p:txBody>
      </p:sp>
      <p:cxnSp>
        <p:nvCxnSpPr>
          <p:cNvPr id="3" name="Gerader Verbinder 2">
            <a:extLst>
              <a:ext uri="{FF2B5EF4-FFF2-40B4-BE49-F238E27FC236}">
                <a16:creationId xmlns:a16="http://schemas.microsoft.com/office/drawing/2014/main" id="{C5B34177-F611-3977-1E10-3DA22D1AD014}"/>
              </a:ext>
            </a:extLst>
          </p:cNvPr>
          <p:cNvCxnSpPr>
            <a:cxnSpLocks/>
          </p:cNvCxnSpPr>
          <p:nvPr userDrawn="1"/>
        </p:nvCxnSpPr>
        <p:spPr>
          <a:xfrm>
            <a:off x="713582" y="746389"/>
            <a:ext cx="0" cy="468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 name="Textplatzhalter 12">
            <a:extLst>
              <a:ext uri="{FF2B5EF4-FFF2-40B4-BE49-F238E27FC236}">
                <a16:creationId xmlns:a16="http://schemas.microsoft.com/office/drawing/2014/main" id="{B0C03E30-F7EA-F3B0-AB93-709937A4E510}"/>
              </a:ext>
            </a:extLst>
          </p:cNvPr>
          <p:cNvSpPr>
            <a:spLocks noGrp="1"/>
          </p:cNvSpPr>
          <p:nvPr>
            <p:ph type="body" sz="quarter" idx="32" hasCustomPrompt="1"/>
          </p:nvPr>
        </p:nvSpPr>
        <p:spPr>
          <a:xfrm>
            <a:off x="976249" y="2320250"/>
            <a:ext cx="433900" cy="599305"/>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lang="de-DE" sz="2800" b="1" kern="1200" cap="none" baseline="0" dirty="0">
                <a:solidFill>
                  <a:schemeClr val="tx1"/>
                </a:solidFill>
                <a:latin typeface="+mn-lt"/>
                <a:ea typeface="+mn-ea"/>
                <a:cs typeface="+mn-cs"/>
              </a:defRPr>
            </a:lvl1pPr>
            <a:lvl2pPr>
              <a:defRPr sz="2900" b="1" cap="all" baseline="0"/>
            </a:lvl2pPr>
            <a:lvl3pPr>
              <a:defRPr sz="2900" b="1" cap="all" baseline="0"/>
            </a:lvl3pPr>
            <a:lvl4pPr>
              <a:defRPr sz="2900" b="1" cap="all" baseline="0"/>
            </a:lvl4pPr>
            <a:lvl5pPr>
              <a:defRPr sz="2900" b="1" cap="all" baseline="0"/>
            </a:lvl5pPr>
          </a:lstStyle>
          <a:p>
            <a:pPr lvl="0"/>
            <a:r>
              <a:rPr lang="de-DE" dirty="0"/>
              <a:t>x</a:t>
            </a:r>
          </a:p>
        </p:txBody>
      </p:sp>
    </p:spTree>
    <p:extLst>
      <p:ext uri="{BB962C8B-B14F-4D97-AF65-F5344CB8AC3E}">
        <p14:creationId xmlns:p14="http://schemas.microsoft.com/office/powerpoint/2010/main" val="301842915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ennblatt">
    <p:spTree>
      <p:nvGrpSpPr>
        <p:cNvPr id="1" name=""/>
        <p:cNvGrpSpPr/>
        <p:nvPr/>
      </p:nvGrpSpPr>
      <p:grpSpPr>
        <a:xfrm>
          <a:off x="0" y="0"/>
          <a:ext cx="0" cy="0"/>
          <a:chOff x="0" y="0"/>
          <a:chExt cx="0" cy="0"/>
        </a:xfrm>
      </p:grpSpPr>
      <p:cxnSp>
        <p:nvCxnSpPr>
          <p:cNvPr id="14" name="Gerader Verbinder 13">
            <a:extLst>
              <a:ext uri="{FF2B5EF4-FFF2-40B4-BE49-F238E27FC236}">
                <a16:creationId xmlns:a16="http://schemas.microsoft.com/office/drawing/2014/main" id="{DD4A78C2-5C6B-4BCD-A70D-7D738FEF7414}"/>
              </a:ext>
            </a:extLst>
          </p:cNvPr>
          <p:cNvCxnSpPr>
            <a:cxnSpLocks noGrp="1" noRot="1" noMove="1" noResize="1" noEditPoints="1" noAdjustHandles="1" noChangeArrowheads="1" noChangeShapeType="1"/>
          </p:cNvCxnSpPr>
          <p:nvPr userDrawn="1"/>
        </p:nvCxnSpPr>
        <p:spPr>
          <a:xfrm>
            <a:off x="6874340" y="3432369"/>
            <a:ext cx="0" cy="1404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5" name="Textplatzhalter 12">
            <a:extLst>
              <a:ext uri="{FF2B5EF4-FFF2-40B4-BE49-F238E27FC236}">
                <a16:creationId xmlns:a16="http://schemas.microsoft.com/office/drawing/2014/main" id="{F0214C57-AAE2-42B6-A95F-C39478581E61}"/>
              </a:ext>
            </a:extLst>
          </p:cNvPr>
          <p:cNvSpPr>
            <a:spLocks noGrp="1" noRot="1" noMove="1" noResize="1" noEditPoints="1" noAdjustHandles="1" noChangeArrowheads="1" noChangeShapeType="1"/>
          </p:cNvSpPr>
          <p:nvPr>
            <p:ph type="body" sz="quarter" idx="13" hasCustomPrompt="1"/>
          </p:nvPr>
        </p:nvSpPr>
        <p:spPr>
          <a:xfrm>
            <a:off x="7062054" y="3432694"/>
            <a:ext cx="4518705" cy="1403350"/>
          </a:xfrm>
          <a:prstGeom prst="rect">
            <a:avLst/>
          </a:prstGeom>
        </p:spPr>
        <p:txBody>
          <a:bodyPr anchor="ctr">
            <a:normAutofit/>
          </a:bodyPr>
          <a:lstStyle>
            <a:lvl1pPr marL="0" indent="0">
              <a:lnSpc>
                <a:spcPct val="150000"/>
              </a:lnSpc>
              <a:buNone/>
              <a:defRPr sz="3600" b="1"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dirty="0"/>
              <a:t>Abschnittstitel</a:t>
            </a:r>
          </a:p>
          <a:p>
            <a:pPr lvl="0"/>
            <a:r>
              <a:rPr lang="de-DE" dirty="0"/>
              <a:t>bearbeiten</a:t>
            </a:r>
          </a:p>
        </p:txBody>
      </p:sp>
      <p:sp>
        <p:nvSpPr>
          <p:cNvPr id="11" name="Bildplatzhalter 2">
            <a:extLst>
              <a:ext uri="{FF2B5EF4-FFF2-40B4-BE49-F238E27FC236}">
                <a16:creationId xmlns:a16="http://schemas.microsoft.com/office/drawing/2014/main" id="{03A65BA6-83D9-48A0-812F-C64B4045A857}"/>
              </a:ext>
            </a:extLst>
          </p:cNvPr>
          <p:cNvSpPr>
            <a:spLocks noGrp="1" noRot="1" noMove="1" noResize="1" noEditPoints="1" noAdjustHandles="1" noChangeArrowheads="1" noChangeShapeType="1"/>
          </p:cNvSpPr>
          <p:nvPr>
            <p:ph type="pic" sz="quarter" idx="14"/>
          </p:nvPr>
        </p:nvSpPr>
        <p:spPr>
          <a:xfrm>
            <a:off x="486588" y="482823"/>
            <a:ext cx="6107829" cy="5892354"/>
          </a:xfrm>
          <a:prstGeom prst="rect">
            <a:avLst/>
          </a:prstGeom>
          <a:solidFill>
            <a:schemeClr val="bg2"/>
          </a:solidFill>
        </p:spPr>
        <p:txBody>
          <a:bodyPr/>
          <a:lstStyle>
            <a:lvl1pPr marL="0" indent="0">
              <a:buNone/>
              <a:defRPr sz="2000"/>
            </a:lvl1pPr>
          </a:lstStyle>
          <a:p>
            <a:endParaRPr lang="de-DE" dirty="0"/>
          </a:p>
        </p:txBody>
      </p:sp>
      <p:sp>
        <p:nvSpPr>
          <p:cNvPr id="5" name="Foliennummernplatzhalter 4">
            <a:extLst>
              <a:ext uri="{FF2B5EF4-FFF2-40B4-BE49-F238E27FC236}">
                <a16:creationId xmlns:a16="http://schemas.microsoft.com/office/drawing/2014/main" id="{EA7B29AF-36A7-F359-BD0C-B7ECB3C0430B}"/>
              </a:ext>
            </a:extLst>
          </p:cNvPr>
          <p:cNvSpPr>
            <a:spLocks noGrp="1"/>
          </p:cNvSpPr>
          <p:nvPr>
            <p:ph type="sldNum" sz="quarter" idx="4"/>
          </p:nvPr>
        </p:nvSpPr>
        <p:spPr>
          <a:xfrm>
            <a:off x="9344025" y="647962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298502-BA22-4927-B2ED-0A18FFA86FFE}" type="slidenum">
              <a:rPr lang="de-DE" smtClean="0"/>
              <a:pPr/>
              <a:t>‹#›</a:t>
            </a:fld>
            <a:endParaRPr lang="de-DE" dirty="0"/>
          </a:p>
        </p:txBody>
      </p:sp>
      <p:pic>
        <p:nvPicPr>
          <p:cNvPr id="2" name="Grafik 1">
            <a:extLst>
              <a:ext uri="{FF2B5EF4-FFF2-40B4-BE49-F238E27FC236}">
                <a16:creationId xmlns:a16="http://schemas.microsoft.com/office/drawing/2014/main" id="{F2368AB6-D3F6-6847-583D-7FBECFCDD0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4668" y="166892"/>
            <a:ext cx="1004013" cy="778061"/>
          </a:xfrm>
          <a:prstGeom prst="rect">
            <a:avLst/>
          </a:prstGeom>
        </p:spPr>
      </p:pic>
      <p:sp>
        <p:nvSpPr>
          <p:cNvPr id="3" name="Fußzeilenplatzhalter 4">
            <a:extLst>
              <a:ext uri="{FF2B5EF4-FFF2-40B4-BE49-F238E27FC236}">
                <a16:creationId xmlns:a16="http://schemas.microsoft.com/office/drawing/2014/main" id="{E4A915FB-AA9D-82A1-C54A-0E847DE92490}"/>
              </a:ext>
            </a:extLst>
          </p:cNvPr>
          <p:cNvSpPr>
            <a:spLocks noGrp="1"/>
          </p:cNvSpPr>
          <p:nvPr>
            <p:ph type="ftr" sz="quarter" idx="26"/>
          </p:nvPr>
        </p:nvSpPr>
        <p:spPr>
          <a:xfrm>
            <a:off x="613834" y="6492875"/>
            <a:ext cx="7908241" cy="365125"/>
          </a:xfrm>
          <a:prstGeom prst="rect">
            <a:avLst/>
          </a:prstGeom>
        </p:spPr>
        <p:txBody>
          <a:bodyPr/>
          <a:lstStyle/>
          <a:p>
            <a:r>
              <a:rPr lang="de-DE"/>
              <a:t>OTH Regensburg | Piyushkumar Baldha | MEM Master Thesis</a:t>
            </a:r>
            <a:endParaRPr lang="de-DE" dirty="0"/>
          </a:p>
        </p:txBody>
      </p:sp>
    </p:spTree>
    <p:extLst>
      <p:ext uri="{BB962C8B-B14F-4D97-AF65-F5344CB8AC3E}">
        <p14:creationId xmlns:p14="http://schemas.microsoft.com/office/powerpoint/2010/main" val="601022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cxnSp>
        <p:nvCxnSpPr>
          <p:cNvPr id="13" name="Gerader Verbinder 12">
            <a:extLst>
              <a:ext uri="{FF2B5EF4-FFF2-40B4-BE49-F238E27FC236}">
                <a16:creationId xmlns:a16="http://schemas.microsoft.com/office/drawing/2014/main" id="{355AE84F-449E-43BA-9F66-C2F89B7B47A6}"/>
              </a:ext>
            </a:extLst>
          </p:cNvPr>
          <p:cNvCxnSpPr>
            <a:cxnSpLocks/>
          </p:cNvCxnSpPr>
          <p:nvPr userDrawn="1"/>
        </p:nvCxnSpPr>
        <p:spPr>
          <a:xfrm>
            <a:off x="713582" y="746389"/>
            <a:ext cx="0" cy="468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Fußzeilenplatzhalter 4">
            <a:extLst>
              <a:ext uri="{FF2B5EF4-FFF2-40B4-BE49-F238E27FC236}">
                <a16:creationId xmlns:a16="http://schemas.microsoft.com/office/drawing/2014/main" id="{E710D1FC-33EB-5F62-730E-709B705D2A49}"/>
              </a:ext>
            </a:extLst>
          </p:cNvPr>
          <p:cNvSpPr>
            <a:spLocks noGrp="1"/>
          </p:cNvSpPr>
          <p:nvPr>
            <p:ph type="ftr" sz="quarter" idx="26"/>
          </p:nvPr>
        </p:nvSpPr>
        <p:spPr>
          <a:xfrm>
            <a:off x="613834" y="6492875"/>
            <a:ext cx="7908241" cy="365125"/>
          </a:xfrm>
          <a:prstGeom prst="rect">
            <a:avLst/>
          </a:prstGeom>
        </p:spPr>
        <p:txBody>
          <a:bodyPr/>
          <a:lstStyle/>
          <a:p>
            <a:r>
              <a:rPr lang="de-DE"/>
              <a:t>OTH Regensburg | Piyushkumar Baldha | MEM Master Thesis</a:t>
            </a:r>
            <a:endParaRPr lang="de-DE" dirty="0"/>
          </a:p>
        </p:txBody>
      </p:sp>
      <p:sp>
        <p:nvSpPr>
          <p:cNvPr id="11" name="Foliennummernplatzhalter 4">
            <a:extLst>
              <a:ext uri="{FF2B5EF4-FFF2-40B4-BE49-F238E27FC236}">
                <a16:creationId xmlns:a16="http://schemas.microsoft.com/office/drawing/2014/main" id="{0EDD0381-30D2-5D27-E65E-5F0B589AAE5A}"/>
              </a:ext>
            </a:extLst>
          </p:cNvPr>
          <p:cNvSpPr>
            <a:spLocks noGrp="1"/>
          </p:cNvSpPr>
          <p:nvPr>
            <p:ph type="sldNum" sz="quarter" idx="4"/>
          </p:nvPr>
        </p:nvSpPr>
        <p:spPr>
          <a:xfrm>
            <a:off x="9344025" y="647962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298502-BA22-4927-B2ED-0A18FFA86FFE}" type="slidenum">
              <a:rPr lang="de-DE" smtClean="0"/>
              <a:pPr/>
              <a:t>‹#›</a:t>
            </a:fld>
            <a:endParaRPr lang="de-DE" dirty="0"/>
          </a:p>
        </p:txBody>
      </p:sp>
      <p:pic>
        <p:nvPicPr>
          <p:cNvPr id="2" name="Grafik 1">
            <a:extLst>
              <a:ext uri="{FF2B5EF4-FFF2-40B4-BE49-F238E27FC236}">
                <a16:creationId xmlns:a16="http://schemas.microsoft.com/office/drawing/2014/main" id="{F2A2AA24-B1FD-5BE3-D341-4D4CF866BD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4668" y="166892"/>
            <a:ext cx="1004013" cy="778061"/>
          </a:xfrm>
          <a:prstGeom prst="rect">
            <a:avLst/>
          </a:prstGeom>
        </p:spPr>
      </p:pic>
      <p:sp>
        <p:nvSpPr>
          <p:cNvPr id="4" name="Textplatzhalter 12">
            <a:extLst>
              <a:ext uri="{FF2B5EF4-FFF2-40B4-BE49-F238E27FC236}">
                <a16:creationId xmlns:a16="http://schemas.microsoft.com/office/drawing/2014/main" id="{0F078715-624E-0A03-8E37-299424310198}"/>
              </a:ext>
            </a:extLst>
          </p:cNvPr>
          <p:cNvSpPr>
            <a:spLocks noGrp="1"/>
          </p:cNvSpPr>
          <p:nvPr>
            <p:ph type="body" sz="quarter" idx="13" hasCustomPrompt="1"/>
          </p:nvPr>
        </p:nvSpPr>
        <p:spPr>
          <a:xfrm>
            <a:off x="695325" y="199474"/>
            <a:ext cx="10119053" cy="468000"/>
          </a:xfrm>
          <a:prstGeom prst="rect">
            <a:avLst/>
          </a:prstGeom>
        </p:spPr>
        <p:txBody>
          <a:bodyPr anchor="t">
            <a:noAutofit/>
          </a:bodyPr>
          <a:lstStyle>
            <a:lvl1pPr marL="0" indent="0">
              <a:buNone/>
              <a:defRPr sz="3000" b="1"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dirty="0"/>
              <a:t>Titel bearbeiten</a:t>
            </a:r>
          </a:p>
        </p:txBody>
      </p:sp>
      <p:sp>
        <p:nvSpPr>
          <p:cNvPr id="5" name="Textplatzhalter 20">
            <a:extLst>
              <a:ext uri="{FF2B5EF4-FFF2-40B4-BE49-F238E27FC236}">
                <a16:creationId xmlns:a16="http://schemas.microsoft.com/office/drawing/2014/main" id="{AB7A1905-84D7-80B9-4A1C-3F69AB25951D}"/>
              </a:ext>
            </a:extLst>
          </p:cNvPr>
          <p:cNvSpPr>
            <a:spLocks noGrp="1"/>
          </p:cNvSpPr>
          <p:nvPr>
            <p:ph type="body" sz="quarter" idx="25" hasCustomPrompt="1"/>
          </p:nvPr>
        </p:nvSpPr>
        <p:spPr>
          <a:xfrm>
            <a:off x="710624" y="813558"/>
            <a:ext cx="10119052" cy="338138"/>
          </a:xfrm>
          <a:prstGeom prst="rect">
            <a:avLst/>
          </a:prstGeom>
        </p:spPr>
        <p:txBody>
          <a:bodyPr/>
          <a:lstStyle>
            <a:lvl1pPr marL="0" indent="0">
              <a:buNone/>
              <a:defRPr sz="2000" b="1"/>
            </a:lvl1pPr>
          </a:lstStyle>
          <a:p>
            <a:pPr lvl="0"/>
            <a:r>
              <a:rPr lang="de-DE" dirty="0"/>
              <a:t>ggf. Unterüberschrift</a:t>
            </a:r>
          </a:p>
        </p:txBody>
      </p:sp>
      <p:sp>
        <p:nvSpPr>
          <p:cNvPr id="6" name="Textplatzhalter 16">
            <a:extLst>
              <a:ext uri="{FF2B5EF4-FFF2-40B4-BE49-F238E27FC236}">
                <a16:creationId xmlns:a16="http://schemas.microsoft.com/office/drawing/2014/main" id="{4E7BA6B4-B985-210B-DAD1-D73A882E8B02}"/>
              </a:ext>
            </a:extLst>
          </p:cNvPr>
          <p:cNvSpPr>
            <a:spLocks noGrp="1" noChangeAspect="1"/>
          </p:cNvSpPr>
          <p:nvPr>
            <p:ph type="body" sz="quarter" idx="16"/>
          </p:nvPr>
        </p:nvSpPr>
        <p:spPr>
          <a:xfrm>
            <a:off x="695325" y="1635624"/>
            <a:ext cx="11303356" cy="4163514"/>
          </a:xfrm>
          <a:prstGeom prst="rect">
            <a:avLst/>
          </a:prstGeom>
        </p:spPr>
        <p:txBody>
          <a:bodyPr/>
          <a:lstStyle>
            <a:lvl1pPr>
              <a:defRPr sz="2000"/>
            </a:lvl1pPr>
            <a:lvl2pPr>
              <a:defRPr sz="1800"/>
            </a:lvl2pPr>
            <a:lvl3pPr>
              <a:defRPr sz="1600"/>
            </a:lvl3pPr>
            <a:lvl4pPr>
              <a:defRPr sz="1800"/>
            </a:lvl4pPr>
            <a:lvl5pPr>
              <a:defRPr sz="1800"/>
            </a:lvl5pPr>
          </a:lstStyle>
          <a:p>
            <a:pPr lvl="0"/>
            <a:r>
              <a:rPr lang="de-DE" dirty="0"/>
              <a:t>Mastertextformat bearbeiten</a:t>
            </a:r>
          </a:p>
          <a:p>
            <a:pPr lvl="1"/>
            <a:r>
              <a:rPr lang="de-DE" dirty="0"/>
              <a:t>Aufzählung</a:t>
            </a:r>
          </a:p>
          <a:p>
            <a:pPr lvl="2"/>
            <a:r>
              <a:rPr lang="de-DE" dirty="0"/>
              <a:t>Aufzählung</a:t>
            </a:r>
          </a:p>
        </p:txBody>
      </p:sp>
    </p:spTree>
    <p:extLst>
      <p:ext uri="{BB962C8B-B14F-4D97-AF65-F5344CB8AC3E}">
        <p14:creationId xmlns:p14="http://schemas.microsoft.com/office/powerpoint/2010/main" val="324981738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guide id="3" orient="horz" pos="406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und Bild mit Beschriftung">
    <p:spTree>
      <p:nvGrpSpPr>
        <p:cNvPr id="1" name=""/>
        <p:cNvGrpSpPr/>
        <p:nvPr/>
      </p:nvGrpSpPr>
      <p:grpSpPr>
        <a:xfrm>
          <a:off x="0" y="0"/>
          <a:ext cx="0" cy="0"/>
          <a:chOff x="0" y="0"/>
          <a:chExt cx="0" cy="0"/>
        </a:xfrm>
      </p:grpSpPr>
      <p:cxnSp>
        <p:nvCxnSpPr>
          <p:cNvPr id="10" name="Gerader Verbinder 9">
            <a:extLst>
              <a:ext uri="{FF2B5EF4-FFF2-40B4-BE49-F238E27FC236}">
                <a16:creationId xmlns:a16="http://schemas.microsoft.com/office/drawing/2014/main" id="{E63D0DF3-6E23-4737-816E-1F39793DA13F}"/>
              </a:ext>
            </a:extLst>
          </p:cNvPr>
          <p:cNvCxnSpPr>
            <a:cxnSpLocks/>
          </p:cNvCxnSpPr>
          <p:nvPr userDrawn="1"/>
        </p:nvCxnSpPr>
        <p:spPr>
          <a:xfrm>
            <a:off x="6243546" y="1659138"/>
            <a:ext cx="0" cy="4140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5" name="Bildplatzhalter 3">
            <a:extLst>
              <a:ext uri="{FF2B5EF4-FFF2-40B4-BE49-F238E27FC236}">
                <a16:creationId xmlns:a16="http://schemas.microsoft.com/office/drawing/2014/main" id="{81573B5D-7068-44A9-BD10-AF91C5426623}"/>
              </a:ext>
            </a:extLst>
          </p:cNvPr>
          <p:cNvSpPr>
            <a:spLocks noGrp="1" noChangeAspect="1"/>
          </p:cNvSpPr>
          <p:nvPr>
            <p:ph type="pic" sz="quarter" idx="15"/>
          </p:nvPr>
        </p:nvSpPr>
        <p:spPr>
          <a:xfrm>
            <a:off x="6534468" y="1628775"/>
            <a:ext cx="4624387" cy="4170363"/>
          </a:xfrm>
          <a:prstGeom prst="rect">
            <a:avLst/>
          </a:prstGeom>
          <a:solidFill>
            <a:schemeClr val="bg2"/>
          </a:solidFill>
        </p:spPr>
        <p:txBody>
          <a:bodyPr/>
          <a:lstStyle>
            <a:lvl1pPr marL="0" indent="0">
              <a:buNone/>
              <a:defRPr/>
            </a:lvl1pPr>
          </a:lstStyle>
          <a:p>
            <a:endParaRPr lang="de-DE" dirty="0"/>
          </a:p>
        </p:txBody>
      </p:sp>
      <p:sp>
        <p:nvSpPr>
          <p:cNvPr id="17" name="Textplatzhalter 16">
            <a:extLst>
              <a:ext uri="{FF2B5EF4-FFF2-40B4-BE49-F238E27FC236}">
                <a16:creationId xmlns:a16="http://schemas.microsoft.com/office/drawing/2014/main" id="{223AB248-A58E-44A7-9C3A-41D8DDB3B6F6}"/>
              </a:ext>
            </a:extLst>
          </p:cNvPr>
          <p:cNvSpPr>
            <a:spLocks noGrp="1" noChangeAspect="1"/>
          </p:cNvSpPr>
          <p:nvPr>
            <p:ph type="body" sz="quarter" idx="16"/>
          </p:nvPr>
        </p:nvSpPr>
        <p:spPr>
          <a:xfrm>
            <a:off x="695325" y="1635624"/>
            <a:ext cx="5276160" cy="4163514"/>
          </a:xfrm>
          <a:prstGeom prst="rect">
            <a:avLst/>
          </a:prstGeom>
        </p:spPr>
        <p:txBody>
          <a:bodyPr/>
          <a:lstStyle>
            <a:lvl1pPr>
              <a:defRPr sz="2000"/>
            </a:lvl1pPr>
            <a:lvl2pPr>
              <a:defRPr sz="1800"/>
            </a:lvl2pPr>
            <a:lvl3pPr>
              <a:defRPr sz="1600"/>
            </a:lvl3pPr>
            <a:lvl4pPr>
              <a:defRPr sz="1800"/>
            </a:lvl4pPr>
            <a:lvl5pPr>
              <a:defRPr sz="1800"/>
            </a:lvl5pPr>
          </a:lstStyle>
          <a:p>
            <a:pPr lvl="0"/>
            <a:r>
              <a:rPr lang="de-DE" dirty="0"/>
              <a:t>Mastertextformat bearbeiten</a:t>
            </a:r>
          </a:p>
          <a:p>
            <a:pPr lvl="1"/>
            <a:r>
              <a:rPr lang="de-DE" dirty="0"/>
              <a:t>Aufzählung</a:t>
            </a:r>
          </a:p>
          <a:p>
            <a:pPr lvl="2"/>
            <a:r>
              <a:rPr lang="de-DE" dirty="0"/>
              <a:t>Aufzählung</a:t>
            </a:r>
          </a:p>
          <a:p>
            <a:pPr lvl="0"/>
            <a:endParaRPr lang="de-DE" dirty="0"/>
          </a:p>
        </p:txBody>
      </p:sp>
      <p:sp>
        <p:nvSpPr>
          <p:cNvPr id="19" name="Textplatzhalter 18">
            <a:extLst>
              <a:ext uri="{FF2B5EF4-FFF2-40B4-BE49-F238E27FC236}">
                <a16:creationId xmlns:a16="http://schemas.microsoft.com/office/drawing/2014/main" id="{6B37FCF9-12DC-4309-B18D-884BD5D83F29}"/>
              </a:ext>
            </a:extLst>
          </p:cNvPr>
          <p:cNvSpPr>
            <a:spLocks noGrp="1" noChangeAspect="1"/>
          </p:cNvSpPr>
          <p:nvPr>
            <p:ph type="body" sz="quarter" idx="17" hasCustomPrompt="1"/>
          </p:nvPr>
        </p:nvSpPr>
        <p:spPr>
          <a:xfrm rot="16200000">
            <a:off x="5205850" y="2504121"/>
            <a:ext cx="2092325" cy="341632"/>
          </a:xfrm>
          <a:prstGeom prst="rect">
            <a:avLst/>
          </a:prstGeom>
          <a:solidFill>
            <a:schemeClr val="bg1"/>
          </a:solidFill>
        </p:spPr>
        <p:txBody>
          <a:bodyPr wrap="square" anchor="ctr">
            <a:spAutoFit/>
          </a:bodyPr>
          <a:lstStyle>
            <a:lvl1pPr marL="0" indent="0" algn="r">
              <a:buNone/>
              <a:defRPr sz="1800" cap="none" baseline="0"/>
            </a:lvl1pPr>
          </a:lstStyle>
          <a:p>
            <a:pPr lvl="0"/>
            <a:r>
              <a:rPr lang="de-DE" dirty="0"/>
              <a:t>Text</a:t>
            </a:r>
          </a:p>
        </p:txBody>
      </p:sp>
      <p:sp>
        <p:nvSpPr>
          <p:cNvPr id="9" name="Fußzeilenplatzhalter 4">
            <a:extLst>
              <a:ext uri="{FF2B5EF4-FFF2-40B4-BE49-F238E27FC236}">
                <a16:creationId xmlns:a16="http://schemas.microsoft.com/office/drawing/2014/main" id="{50DB9C2F-391B-8AB1-F0C2-FD65D2E9DC75}"/>
              </a:ext>
            </a:extLst>
          </p:cNvPr>
          <p:cNvSpPr>
            <a:spLocks noGrp="1"/>
          </p:cNvSpPr>
          <p:nvPr>
            <p:ph type="ftr" sz="quarter" idx="14"/>
          </p:nvPr>
        </p:nvSpPr>
        <p:spPr>
          <a:xfrm>
            <a:off x="613834" y="6492875"/>
            <a:ext cx="7908241" cy="365125"/>
          </a:xfrm>
          <a:prstGeom prst="rect">
            <a:avLst/>
          </a:prstGeom>
        </p:spPr>
        <p:txBody>
          <a:bodyPr/>
          <a:lstStyle/>
          <a:p>
            <a:r>
              <a:rPr lang="de-DE"/>
              <a:t>OTH Regensburg | Piyushkumar Baldha | MEM Master Thesis</a:t>
            </a:r>
            <a:endParaRPr lang="de-DE" dirty="0"/>
          </a:p>
        </p:txBody>
      </p:sp>
      <p:sp>
        <p:nvSpPr>
          <p:cNvPr id="11" name="Foliennummernplatzhalter 4">
            <a:extLst>
              <a:ext uri="{FF2B5EF4-FFF2-40B4-BE49-F238E27FC236}">
                <a16:creationId xmlns:a16="http://schemas.microsoft.com/office/drawing/2014/main" id="{64C625DA-61BE-7DDE-23F1-B7C934AC6CA6}"/>
              </a:ext>
            </a:extLst>
          </p:cNvPr>
          <p:cNvSpPr>
            <a:spLocks noGrp="1"/>
          </p:cNvSpPr>
          <p:nvPr>
            <p:ph type="sldNum" sz="quarter" idx="4"/>
          </p:nvPr>
        </p:nvSpPr>
        <p:spPr>
          <a:xfrm>
            <a:off x="9344025" y="647962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298502-BA22-4927-B2ED-0A18FFA86FFE}" type="slidenum">
              <a:rPr lang="de-DE" smtClean="0"/>
              <a:pPr/>
              <a:t>‹#›</a:t>
            </a:fld>
            <a:endParaRPr lang="de-DE" dirty="0"/>
          </a:p>
        </p:txBody>
      </p:sp>
      <p:pic>
        <p:nvPicPr>
          <p:cNvPr id="2" name="Grafik 1">
            <a:extLst>
              <a:ext uri="{FF2B5EF4-FFF2-40B4-BE49-F238E27FC236}">
                <a16:creationId xmlns:a16="http://schemas.microsoft.com/office/drawing/2014/main" id="{56A53E60-99B7-74FB-34F3-F2751302C6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4668" y="166892"/>
            <a:ext cx="1004013" cy="778061"/>
          </a:xfrm>
          <a:prstGeom prst="rect">
            <a:avLst/>
          </a:prstGeom>
        </p:spPr>
      </p:pic>
      <p:cxnSp>
        <p:nvCxnSpPr>
          <p:cNvPr id="5" name="Gerader Verbinder 4">
            <a:extLst>
              <a:ext uri="{FF2B5EF4-FFF2-40B4-BE49-F238E27FC236}">
                <a16:creationId xmlns:a16="http://schemas.microsoft.com/office/drawing/2014/main" id="{D4723654-341A-EDFE-0B9D-B12947FA1BDB}"/>
              </a:ext>
            </a:extLst>
          </p:cNvPr>
          <p:cNvCxnSpPr>
            <a:cxnSpLocks/>
          </p:cNvCxnSpPr>
          <p:nvPr userDrawn="1"/>
        </p:nvCxnSpPr>
        <p:spPr>
          <a:xfrm>
            <a:off x="713582" y="746389"/>
            <a:ext cx="0" cy="468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Textplatzhalter 12">
            <a:extLst>
              <a:ext uri="{FF2B5EF4-FFF2-40B4-BE49-F238E27FC236}">
                <a16:creationId xmlns:a16="http://schemas.microsoft.com/office/drawing/2014/main" id="{5091A975-7054-629F-959B-9953B5B0530E}"/>
              </a:ext>
            </a:extLst>
          </p:cNvPr>
          <p:cNvSpPr>
            <a:spLocks noGrp="1"/>
          </p:cNvSpPr>
          <p:nvPr>
            <p:ph type="body" sz="quarter" idx="13" hasCustomPrompt="1"/>
          </p:nvPr>
        </p:nvSpPr>
        <p:spPr>
          <a:xfrm>
            <a:off x="695325" y="199474"/>
            <a:ext cx="10119053" cy="468000"/>
          </a:xfrm>
          <a:prstGeom prst="rect">
            <a:avLst/>
          </a:prstGeom>
        </p:spPr>
        <p:txBody>
          <a:bodyPr anchor="t">
            <a:noAutofit/>
          </a:bodyPr>
          <a:lstStyle>
            <a:lvl1pPr marL="0" indent="0">
              <a:buNone/>
              <a:defRPr sz="3000" b="1"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dirty="0"/>
              <a:t>Titel bearbeiten</a:t>
            </a:r>
          </a:p>
        </p:txBody>
      </p:sp>
      <p:sp>
        <p:nvSpPr>
          <p:cNvPr id="7" name="Textplatzhalter 20">
            <a:extLst>
              <a:ext uri="{FF2B5EF4-FFF2-40B4-BE49-F238E27FC236}">
                <a16:creationId xmlns:a16="http://schemas.microsoft.com/office/drawing/2014/main" id="{B4F8A090-4008-142B-4C28-277F7094C001}"/>
              </a:ext>
            </a:extLst>
          </p:cNvPr>
          <p:cNvSpPr>
            <a:spLocks noGrp="1"/>
          </p:cNvSpPr>
          <p:nvPr>
            <p:ph type="body" sz="quarter" idx="25" hasCustomPrompt="1"/>
          </p:nvPr>
        </p:nvSpPr>
        <p:spPr>
          <a:xfrm>
            <a:off x="710624" y="813558"/>
            <a:ext cx="10119052" cy="338138"/>
          </a:xfrm>
          <a:prstGeom prst="rect">
            <a:avLst/>
          </a:prstGeom>
        </p:spPr>
        <p:txBody>
          <a:bodyPr/>
          <a:lstStyle>
            <a:lvl1pPr marL="0" indent="0">
              <a:buNone/>
              <a:defRPr sz="2000" b="1"/>
            </a:lvl1pPr>
          </a:lstStyle>
          <a:p>
            <a:pPr lvl="0"/>
            <a:r>
              <a:rPr lang="de-DE" dirty="0"/>
              <a:t>ggf. Unterüberschrift</a:t>
            </a:r>
          </a:p>
        </p:txBody>
      </p:sp>
    </p:spTree>
    <p:extLst>
      <p:ext uri="{BB962C8B-B14F-4D97-AF65-F5344CB8AC3E}">
        <p14:creationId xmlns:p14="http://schemas.microsoft.com/office/powerpoint/2010/main" val="1084333289"/>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421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 und Bild">
    <p:spTree>
      <p:nvGrpSpPr>
        <p:cNvPr id="1" name=""/>
        <p:cNvGrpSpPr/>
        <p:nvPr/>
      </p:nvGrpSpPr>
      <p:grpSpPr>
        <a:xfrm>
          <a:off x="0" y="0"/>
          <a:ext cx="0" cy="0"/>
          <a:chOff x="0" y="0"/>
          <a:chExt cx="0" cy="0"/>
        </a:xfrm>
      </p:grpSpPr>
      <p:sp>
        <p:nvSpPr>
          <p:cNvPr id="11" name="Bildplatzhalter 3">
            <a:extLst>
              <a:ext uri="{FF2B5EF4-FFF2-40B4-BE49-F238E27FC236}">
                <a16:creationId xmlns:a16="http://schemas.microsoft.com/office/drawing/2014/main" id="{86434FF1-F51D-48C3-AA65-F499D03561F4}"/>
              </a:ext>
            </a:extLst>
          </p:cNvPr>
          <p:cNvSpPr>
            <a:spLocks noGrp="1" noChangeAspect="1"/>
          </p:cNvSpPr>
          <p:nvPr>
            <p:ph type="pic" sz="quarter" idx="14"/>
          </p:nvPr>
        </p:nvSpPr>
        <p:spPr>
          <a:xfrm>
            <a:off x="711200" y="1628775"/>
            <a:ext cx="10785475" cy="4427037"/>
          </a:xfrm>
          <a:prstGeom prst="rect">
            <a:avLst/>
          </a:prstGeom>
          <a:solidFill>
            <a:schemeClr val="bg2"/>
          </a:solidFill>
          <a:ln>
            <a:noFill/>
          </a:ln>
        </p:spPr>
        <p:txBody>
          <a:bodyPr/>
          <a:lstStyle>
            <a:lvl1pPr marL="0" indent="0">
              <a:buNone/>
              <a:defRPr/>
            </a:lvl1pPr>
          </a:lstStyle>
          <a:p>
            <a:endParaRPr lang="de-DE" dirty="0"/>
          </a:p>
        </p:txBody>
      </p:sp>
      <p:sp>
        <p:nvSpPr>
          <p:cNvPr id="8" name="Fußzeilenplatzhalter 4">
            <a:extLst>
              <a:ext uri="{FF2B5EF4-FFF2-40B4-BE49-F238E27FC236}">
                <a16:creationId xmlns:a16="http://schemas.microsoft.com/office/drawing/2014/main" id="{59A2F5D1-4E52-C7E3-9C92-024C2B203683}"/>
              </a:ext>
            </a:extLst>
          </p:cNvPr>
          <p:cNvSpPr>
            <a:spLocks noGrp="1"/>
          </p:cNvSpPr>
          <p:nvPr>
            <p:ph type="ftr" sz="quarter" idx="26"/>
          </p:nvPr>
        </p:nvSpPr>
        <p:spPr>
          <a:xfrm>
            <a:off x="613834" y="6492875"/>
            <a:ext cx="7908241" cy="365125"/>
          </a:xfrm>
          <a:prstGeom prst="rect">
            <a:avLst/>
          </a:prstGeom>
        </p:spPr>
        <p:txBody>
          <a:bodyPr/>
          <a:lstStyle/>
          <a:p>
            <a:r>
              <a:rPr lang="de-DE"/>
              <a:t>OTH Regensburg | Piyushkumar Baldha | MEM Master Thesis</a:t>
            </a:r>
            <a:endParaRPr lang="de-DE" dirty="0"/>
          </a:p>
        </p:txBody>
      </p:sp>
      <p:sp>
        <p:nvSpPr>
          <p:cNvPr id="10" name="Foliennummernplatzhalter 4">
            <a:extLst>
              <a:ext uri="{FF2B5EF4-FFF2-40B4-BE49-F238E27FC236}">
                <a16:creationId xmlns:a16="http://schemas.microsoft.com/office/drawing/2014/main" id="{0D54374A-EF6C-C0A7-3D9C-275EFACE0AC2}"/>
              </a:ext>
            </a:extLst>
          </p:cNvPr>
          <p:cNvSpPr>
            <a:spLocks noGrp="1"/>
          </p:cNvSpPr>
          <p:nvPr>
            <p:ph type="sldNum" sz="quarter" idx="4"/>
          </p:nvPr>
        </p:nvSpPr>
        <p:spPr>
          <a:xfrm>
            <a:off x="9344025" y="647962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298502-BA22-4927-B2ED-0A18FFA86FFE}" type="slidenum">
              <a:rPr lang="de-DE" smtClean="0"/>
              <a:pPr/>
              <a:t>‹#›</a:t>
            </a:fld>
            <a:endParaRPr lang="de-DE" dirty="0"/>
          </a:p>
        </p:txBody>
      </p:sp>
      <p:pic>
        <p:nvPicPr>
          <p:cNvPr id="2" name="Grafik 1">
            <a:extLst>
              <a:ext uri="{FF2B5EF4-FFF2-40B4-BE49-F238E27FC236}">
                <a16:creationId xmlns:a16="http://schemas.microsoft.com/office/drawing/2014/main" id="{243A6605-81C1-D2B9-4833-C2F8940BC12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4668" y="166892"/>
            <a:ext cx="1004013" cy="778061"/>
          </a:xfrm>
          <a:prstGeom prst="rect">
            <a:avLst/>
          </a:prstGeom>
        </p:spPr>
      </p:pic>
      <p:cxnSp>
        <p:nvCxnSpPr>
          <p:cNvPr id="5" name="Gerader Verbinder 4">
            <a:extLst>
              <a:ext uri="{FF2B5EF4-FFF2-40B4-BE49-F238E27FC236}">
                <a16:creationId xmlns:a16="http://schemas.microsoft.com/office/drawing/2014/main" id="{C182A23D-A293-1F79-1255-802918F7AEAF}"/>
              </a:ext>
            </a:extLst>
          </p:cNvPr>
          <p:cNvCxnSpPr>
            <a:cxnSpLocks/>
          </p:cNvCxnSpPr>
          <p:nvPr userDrawn="1"/>
        </p:nvCxnSpPr>
        <p:spPr>
          <a:xfrm>
            <a:off x="713582" y="746389"/>
            <a:ext cx="0" cy="468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Textplatzhalter 12">
            <a:extLst>
              <a:ext uri="{FF2B5EF4-FFF2-40B4-BE49-F238E27FC236}">
                <a16:creationId xmlns:a16="http://schemas.microsoft.com/office/drawing/2014/main" id="{22B7E807-5666-DF42-8E55-2357C236693F}"/>
              </a:ext>
            </a:extLst>
          </p:cNvPr>
          <p:cNvSpPr>
            <a:spLocks noGrp="1"/>
          </p:cNvSpPr>
          <p:nvPr>
            <p:ph type="body" sz="quarter" idx="13" hasCustomPrompt="1"/>
          </p:nvPr>
        </p:nvSpPr>
        <p:spPr>
          <a:xfrm>
            <a:off x="695325" y="199474"/>
            <a:ext cx="10119053" cy="468000"/>
          </a:xfrm>
          <a:prstGeom prst="rect">
            <a:avLst/>
          </a:prstGeom>
        </p:spPr>
        <p:txBody>
          <a:bodyPr anchor="t">
            <a:noAutofit/>
          </a:bodyPr>
          <a:lstStyle>
            <a:lvl1pPr marL="0" indent="0">
              <a:buNone/>
              <a:defRPr sz="3000" b="1"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dirty="0"/>
              <a:t>Titel bearbeiten</a:t>
            </a:r>
          </a:p>
        </p:txBody>
      </p:sp>
      <p:sp>
        <p:nvSpPr>
          <p:cNvPr id="7" name="Textplatzhalter 20">
            <a:extLst>
              <a:ext uri="{FF2B5EF4-FFF2-40B4-BE49-F238E27FC236}">
                <a16:creationId xmlns:a16="http://schemas.microsoft.com/office/drawing/2014/main" id="{997D11E9-E87E-2225-BDB2-654BE7640241}"/>
              </a:ext>
            </a:extLst>
          </p:cNvPr>
          <p:cNvSpPr>
            <a:spLocks noGrp="1"/>
          </p:cNvSpPr>
          <p:nvPr>
            <p:ph type="body" sz="quarter" idx="25" hasCustomPrompt="1"/>
          </p:nvPr>
        </p:nvSpPr>
        <p:spPr>
          <a:xfrm>
            <a:off x="710624" y="813558"/>
            <a:ext cx="10119052" cy="338138"/>
          </a:xfrm>
          <a:prstGeom prst="rect">
            <a:avLst/>
          </a:prstGeom>
        </p:spPr>
        <p:txBody>
          <a:bodyPr/>
          <a:lstStyle>
            <a:lvl1pPr marL="0" indent="0">
              <a:buNone/>
              <a:defRPr sz="2000" b="1"/>
            </a:lvl1pPr>
          </a:lstStyle>
          <a:p>
            <a:pPr lvl="0"/>
            <a:r>
              <a:rPr lang="de-DE" dirty="0"/>
              <a:t>ggf. Unterüberschrift</a:t>
            </a:r>
          </a:p>
        </p:txBody>
      </p:sp>
    </p:spTree>
    <p:extLst>
      <p:ext uri="{BB962C8B-B14F-4D97-AF65-F5344CB8AC3E}">
        <p14:creationId xmlns:p14="http://schemas.microsoft.com/office/powerpoint/2010/main" val="994938086"/>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und 2 Bilder">
    <p:spTree>
      <p:nvGrpSpPr>
        <p:cNvPr id="1" name=""/>
        <p:cNvGrpSpPr/>
        <p:nvPr/>
      </p:nvGrpSpPr>
      <p:grpSpPr>
        <a:xfrm>
          <a:off x="0" y="0"/>
          <a:ext cx="0" cy="0"/>
          <a:chOff x="0" y="0"/>
          <a:chExt cx="0" cy="0"/>
        </a:xfrm>
      </p:grpSpPr>
      <p:sp>
        <p:nvSpPr>
          <p:cNvPr id="24" name="Bildplatzhalter 3">
            <a:extLst>
              <a:ext uri="{FF2B5EF4-FFF2-40B4-BE49-F238E27FC236}">
                <a16:creationId xmlns:a16="http://schemas.microsoft.com/office/drawing/2014/main" id="{517047C7-19F8-49CE-901B-12E8122157FF}"/>
              </a:ext>
            </a:extLst>
          </p:cNvPr>
          <p:cNvSpPr>
            <a:spLocks noGrp="1" noChangeAspect="1"/>
          </p:cNvSpPr>
          <p:nvPr>
            <p:ph type="pic" sz="quarter" idx="16"/>
          </p:nvPr>
        </p:nvSpPr>
        <p:spPr>
          <a:xfrm>
            <a:off x="1008595" y="1628775"/>
            <a:ext cx="4254500" cy="3375025"/>
          </a:xfrm>
          <a:prstGeom prst="rect">
            <a:avLst/>
          </a:prstGeom>
          <a:solidFill>
            <a:schemeClr val="bg2"/>
          </a:solidFill>
        </p:spPr>
        <p:txBody>
          <a:bodyPr/>
          <a:lstStyle>
            <a:lvl1pPr marL="0" indent="0">
              <a:buNone/>
              <a:defRPr/>
            </a:lvl1pPr>
          </a:lstStyle>
          <a:p>
            <a:endParaRPr lang="de-DE" dirty="0"/>
          </a:p>
        </p:txBody>
      </p:sp>
      <p:sp>
        <p:nvSpPr>
          <p:cNvPr id="25" name="Bildplatzhalter 5">
            <a:extLst>
              <a:ext uri="{FF2B5EF4-FFF2-40B4-BE49-F238E27FC236}">
                <a16:creationId xmlns:a16="http://schemas.microsoft.com/office/drawing/2014/main" id="{6D101ECF-B33E-4877-9934-905496B4FD37}"/>
              </a:ext>
            </a:extLst>
          </p:cNvPr>
          <p:cNvSpPr>
            <a:spLocks noGrp="1" noChangeAspect="1"/>
          </p:cNvSpPr>
          <p:nvPr>
            <p:ph type="pic" sz="quarter" idx="17"/>
          </p:nvPr>
        </p:nvSpPr>
        <p:spPr>
          <a:xfrm>
            <a:off x="7242172" y="1628775"/>
            <a:ext cx="4254500" cy="3376800"/>
          </a:xfrm>
          <a:prstGeom prst="rect">
            <a:avLst/>
          </a:prstGeom>
          <a:solidFill>
            <a:schemeClr val="bg2"/>
          </a:solidFill>
        </p:spPr>
        <p:txBody>
          <a:bodyPr/>
          <a:lstStyle>
            <a:lvl1pPr marL="0" indent="0">
              <a:buNone/>
              <a:defRPr/>
            </a:lvl1pPr>
          </a:lstStyle>
          <a:p>
            <a:endParaRPr lang="de-DE" dirty="0"/>
          </a:p>
        </p:txBody>
      </p:sp>
      <p:sp>
        <p:nvSpPr>
          <p:cNvPr id="19" name="Rechteck 18">
            <a:extLst>
              <a:ext uri="{FF2B5EF4-FFF2-40B4-BE49-F238E27FC236}">
                <a16:creationId xmlns:a16="http://schemas.microsoft.com/office/drawing/2014/main" id="{762F7910-7519-4EDB-BD41-DC5461DE87DF}"/>
              </a:ext>
            </a:extLst>
          </p:cNvPr>
          <p:cNvSpPr>
            <a:spLocks noChangeAspect="1"/>
          </p:cNvSpPr>
          <p:nvPr/>
        </p:nvSpPr>
        <p:spPr>
          <a:xfrm>
            <a:off x="1008595" y="5003802"/>
            <a:ext cx="4255200" cy="44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dirty="0">
              <a:solidFill>
                <a:schemeClr val="tx1"/>
              </a:solidFill>
            </a:endParaRPr>
          </a:p>
        </p:txBody>
      </p:sp>
      <p:sp>
        <p:nvSpPr>
          <p:cNvPr id="22" name="Rechteck 21">
            <a:extLst>
              <a:ext uri="{FF2B5EF4-FFF2-40B4-BE49-F238E27FC236}">
                <a16:creationId xmlns:a16="http://schemas.microsoft.com/office/drawing/2014/main" id="{D7545F24-CEF5-4C07-B5BF-74A54EC87B0E}"/>
              </a:ext>
            </a:extLst>
          </p:cNvPr>
          <p:cNvSpPr>
            <a:spLocks noChangeAspect="1"/>
          </p:cNvSpPr>
          <p:nvPr/>
        </p:nvSpPr>
        <p:spPr>
          <a:xfrm>
            <a:off x="7241531" y="5003802"/>
            <a:ext cx="4255200" cy="44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endParaRPr lang="de-DE" b="1" dirty="0">
              <a:solidFill>
                <a:schemeClr val="tx1"/>
              </a:solidFill>
            </a:endParaRPr>
          </a:p>
        </p:txBody>
      </p:sp>
      <p:sp>
        <p:nvSpPr>
          <p:cNvPr id="3" name="Textplatzhalter 2">
            <a:extLst>
              <a:ext uri="{FF2B5EF4-FFF2-40B4-BE49-F238E27FC236}">
                <a16:creationId xmlns:a16="http://schemas.microsoft.com/office/drawing/2014/main" id="{C59C59F3-03E9-46E7-84E8-FCDFB1BE9446}"/>
              </a:ext>
            </a:extLst>
          </p:cNvPr>
          <p:cNvSpPr>
            <a:spLocks noGrp="1"/>
          </p:cNvSpPr>
          <p:nvPr>
            <p:ph type="body" sz="quarter" idx="18" hasCustomPrompt="1"/>
          </p:nvPr>
        </p:nvSpPr>
        <p:spPr>
          <a:xfrm>
            <a:off x="1008595" y="5013325"/>
            <a:ext cx="4254500" cy="430213"/>
          </a:xfrm>
          <a:prstGeom prst="rect">
            <a:avLst/>
          </a:prstGeom>
        </p:spPr>
        <p:txBody>
          <a:bodyPr anchor="ctr"/>
          <a:lstStyle>
            <a:lvl1pPr marL="0" indent="0" algn="ctr">
              <a:buNone/>
              <a:defRPr sz="2000" b="1"/>
            </a:lvl1pPr>
          </a:lstStyle>
          <a:p>
            <a:pPr lvl="0"/>
            <a:r>
              <a:rPr lang="de-DE" dirty="0"/>
              <a:t>Text</a:t>
            </a:r>
          </a:p>
        </p:txBody>
      </p:sp>
      <p:sp>
        <p:nvSpPr>
          <p:cNvPr id="5" name="Textplatzhalter 4">
            <a:extLst>
              <a:ext uri="{FF2B5EF4-FFF2-40B4-BE49-F238E27FC236}">
                <a16:creationId xmlns:a16="http://schemas.microsoft.com/office/drawing/2014/main" id="{712346BE-4625-4F22-B8EC-FBC04E0518BF}"/>
              </a:ext>
            </a:extLst>
          </p:cNvPr>
          <p:cNvSpPr>
            <a:spLocks noGrp="1"/>
          </p:cNvSpPr>
          <p:nvPr>
            <p:ph type="body" sz="quarter" idx="19" hasCustomPrompt="1"/>
          </p:nvPr>
        </p:nvSpPr>
        <p:spPr>
          <a:xfrm>
            <a:off x="7242172" y="5013325"/>
            <a:ext cx="4254500" cy="430213"/>
          </a:xfrm>
          <a:prstGeom prst="rect">
            <a:avLst/>
          </a:prstGeom>
        </p:spPr>
        <p:txBody>
          <a:bodyPr anchor="ctr"/>
          <a:lstStyle>
            <a:lvl1pPr marL="0" indent="0" algn="ctr">
              <a:buNone/>
              <a:defRPr sz="2000" b="1"/>
            </a:lvl1pPr>
          </a:lstStyle>
          <a:p>
            <a:pPr lvl="0"/>
            <a:r>
              <a:rPr lang="de-DE" dirty="0"/>
              <a:t>Text</a:t>
            </a:r>
          </a:p>
        </p:txBody>
      </p:sp>
      <p:sp>
        <p:nvSpPr>
          <p:cNvPr id="11" name="Fußzeilenplatzhalter 4">
            <a:extLst>
              <a:ext uri="{FF2B5EF4-FFF2-40B4-BE49-F238E27FC236}">
                <a16:creationId xmlns:a16="http://schemas.microsoft.com/office/drawing/2014/main" id="{296E9EC4-4915-E2DF-6B10-47AA7974ED33}"/>
              </a:ext>
            </a:extLst>
          </p:cNvPr>
          <p:cNvSpPr>
            <a:spLocks noGrp="1"/>
          </p:cNvSpPr>
          <p:nvPr>
            <p:ph type="ftr" sz="quarter" idx="14"/>
          </p:nvPr>
        </p:nvSpPr>
        <p:spPr>
          <a:xfrm>
            <a:off x="613834" y="6492875"/>
            <a:ext cx="7908241" cy="365125"/>
          </a:xfrm>
          <a:prstGeom prst="rect">
            <a:avLst/>
          </a:prstGeom>
        </p:spPr>
        <p:txBody>
          <a:bodyPr/>
          <a:lstStyle/>
          <a:p>
            <a:r>
              <a:rPr lang="de-DE"/>
              <a:t>OTH Regensburg | Piyushkumar Baldha | MEM Master Thesis</a:t>
            </a:r>
            <a:endParaRPr lang="de-DE" dirty="0"/>
          </a:p>
        </p:txBody>
      </p:sp>
      <p:sp>
        <p:nvSpPr>
          <p:cNvPr id="15" name="Foliennummernplatzhalter 4">
            <a:extLst>
              <a:ext uri="{FF2B5EF4-FFF2-40B4-BE49-F238E27FC236}">
                <a16:creationId xmlns:a16="http://schemas.microsoft.com/office/drawing/2014/main" id="{85981E93-6786-898E-FF37-70A063D7C131}"/>
              </a:ext>
            </a:extLst>
          </p:cNvPr>
          <p:cNvSpPr>
            <a:spLocks noGrp="1"/>
          </p:cNvSpPr>
          <p:nvPr>
            <p:ph type="sldNum" sz="quarter" idx="4"/>
          </p:nvPr>
        </p:nvSpPr>
        <p:spPr>
          <a:xfrm>
            <a:off x="9344025" y="647962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298502-BA22-4927-B2ED-0A18FFA86FFE}" type="slidenum">
              <a:rPr lang="de-DE" smtClean="0"/>
              <a:pPr/>
              <a:t>‹#›</a:t>
            </a:fld>
            <a:endParaRPr lang="de-DE" dirty="0"/>
          </a:p>
        </p:txBody>
      </p:sp>
      <p:pic>
        <p:nvPicPr>
          <p:cNvPr id="4" name="Grafik 3">
            <a:extLst>
              <a:ext uri="{FF2B5EF4-FFF2-40B4-BE49-F238E27FC236}">
                <a16:creationId xmlns:a16="http://schemas.microsoft.com/office/drawing/2014/main" id="{612F8680-8DFD-51F6-E4AE-708416CC9D7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4668" y="166892"/>
            <a:ext cx="1004013" cy="778061"/>
          </a:xfrm>
          <a:prstGeom prst="rect">
            <a:avLst/>
          </a:prstGeom>
        </p:spPr>
      </p:pic>
      <p:cxnSp>
        <p:nvCxnSpPr>
          <p:cNvPr id="7" name="Gerader Verbinder 6">
            <a:extLst>
              <a:ext uri="{FF2B5EF4-FFF2-40B4-BE49-F238E27FC236}">
                <a16:creationId xmlns:a16="http://schemas.microsoft.com/office/drawing/2014/main" id="{A61693E8-A001-74CE-9D80-E08319ED8CB3}"/>
              </a:ext>
            </a:extLst>
          </p:cNvPr>
          <p:cNvCxnSpPr>
            <a:cxnSpLocks/>
          </p:cNvCxnSpPr>
          <p:nvPr userDrawn="1"/>
        </p:nvCxnSpPr>
        <p:spPr>
          <a:xfrm>
            <a:off x="713582" y="746389"/>
            <a:ext cx="0" cy="468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Textplatzhalter 12">
            <a:extLst>
              <a:ext uri="{FF2B5EF4-FFF2-40B4-BE49-F238E27FC236}">
                <a16:creationId xmlns:a16="http://schemas.microsoft.com/office/drawing/2014/main" id="{3727BAC4-4BE5-EE3A-D73C-1EB9EB91C115}"/>
              </a:ext>
            </a:extLst>
          </p:cNvPr>
          <p:cNvSpPr>
            <a:spLocks noGrp="1"/>
          </p:cNvSpPr>
          <p:nvPr>
            <p:ph type="body" sz="quarter" idx="13" hasCustomPrompt="1"/>
          </p:nvPr>
        </p:nvSpPr>
        <p:spPr>
          <a:xfrm>
            <a:off x="695325" y="199474"/>
            <a:ext cx="10119053" cy="468000"/>
          </a:xfrm>
          <a:prstGeom prst="rect">
            <a:avLst/>
          </a:prstGeom>
        </p:spPr>
        <p:txBody>
          <a:bodyPr anchor="t">
            <a:noAutofit/>
          </a:bodyPr>
          <a:lstStyle>
            <a:lvl1pPr marL="0" indent="0">
              <a:buNone/>
              <a:defRPr sz="3000" b="1"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dirty="0"/>
              <a:t>Titel bearbeiten</a:t>
            </a:r>
          </a:p>
        </p:txBody>
      </p:sp>
      <p:sp>
        <p:nvSpPr>
          <p:cNvPr id="9" name="Textplatzhalter 20">
            <a:extLst>
              <a:ext uri="{FF2B5EF4-FFF2-40B4-BE49-F238E27FC236}">
                <a16:creationId xmlns:a16="http://schemas.microsoft.com/office/drawing/2014/main" id="{C5FFA1AF-3958-2A60-4D54-27CAA331AC13}"/>
              </a:ext>
            </a:extLst>
          </p:cNvPr>
          <p:cNvSpPr>
            <a:spLocks noGrp="1"/>
          </p:cNvSpPr>
          <p:nvPr>
            <p:ph type="body" sz="quarter" idx="25" hasCustomPrompt="1"/>
          </p:nvPr>
        </p:nvSpPr>
        <p:spPr>
          <a:xfrm>
            <a:off x="710624" y="813558"/>
            <a:ext cx="10119052" cy="338138"/>
          </a:xfrm>
          <a:prstGeom prst="rect">
            <a:avLst/>
          </a:prstGeom>
        </p:spPr>
        <p:txBody>
          <a:bodyPr/>
          <a:lstStyle>
            <a:lvl1pPr marL="0" indent="0">
              <a:buNone/>
              <a:defRPr sz="2000" b="1"/>
            </a:lvl1pPr>
          </a:lstStyle>
          <a:p>
            <a:pPr lvl="0"/>
            <a:r>
              <a:rPr lang="de-DE" dirty="0"/>
              <a:t>ggf. Unterüberschrift</a:t>
            </a:r>
          </a:p>
        </p:txBody>
      </p:sp>
    </p:spTree>
    <p:extLst>
      <p:ext uri="{BB962C8B-B14F-4D97-AF65-F5344CB8AC3E}">
        <p14:creationId xmlns:p14="http://schemas.microsoft.com/office/powerpoint/2010/main" val="1752045903"/>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guide id="3" orient="horz" pos="3158" userDrawn="1">
          <p15:clr>
            <a:srgbClr val="FBAE40"/>
          </p15:clr>
        </p15:guide>
        <p15:guide id="4" orient="horz" pos="343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und 3 Bilder">
    <p:spTree>
      <p:nvGrpSpPr>
        <p:cNvPr id="1" name=""/>
        <p:cNvGrpSpPr/>
        <p:nvPr/>
      </p:nvGrpSpPr>
      <p:grpSpPr>
        <a:xfrm>
          <a:off x="0" y="0"/>
          <a:ext cx="0" cy="0"/>
          <a:chOff x="0" y="0"/>
          <a:chExt cx="0" cy="0"/>
        </a:xfrm>
      </p:grpSpPr>
      <p:sp>
        <p:nvSpPr>
          <p:cNvPr id="24" name="Bildplatzhalter 3">
            <a:extLst>
              <a:ext uri="{FF2B5EF4-FFF2-40B4-BE49-F238E27FC236}">
                <a16:creationId xmlns:a16="http://schemas.microsoft.com/office/drawing/2014/main" id="{517047C7-19F8-49CE-901B-12E8122157FF}"/>
              </a:ext>
            </a:extLst>
          </p:cNvPr>
          <p:cNvSpPr>
            <a:spLocks noGrp="1" noChangeAspect="1"/>
          </p:cNvSpPr>
          <p:nvPr>
            <p:ph type="pic" sz="quarter" idx="16"/>
          </p:nvPr>
        </p:nvSpPr>
        <p:spPr>
          <a:xfrm>
            <a:off x="1003337" y="1628775"/>
            <a:ext cx="3155945" cy="3816350"/>
          </a:xfrm>
          <a:prstGeom prst="rect">
            <a:avLst/>
          </a:prstGeom>
          <a:solidFill>
            <a:schemeClr val="bg2"/>
          </a:solidFill>
        </p:spPr>
        <p:txBody>
          <a:bodyPr/>
          <a:lstStyle>
            <a:lvl1pPr marL="0" indent="0">
              <a:buNone/>
              <a:defRPr/>
            </a:lvl1pPr>
          </a:lstStyle>
          <a:p>
            <a:endParaRPr lang="de-DE" dirty="0"/>
          </a:p>
        </p:txBody>
      </p:sp>
      <p:sp>
        <p:nvSpPr>
          <p:cNvPr id="18" name="Bildplatzhalter 3">
            <a:extLst>
              <a:ext uri="{FF2B5EF4-FFF2-40B4-BE49-F238E27FC236}">
                <a16:creationId xmlns:a16="http://schemas.microsoft.com/office/drawing/2014/main" id="{D2BB6039-B707-4D70-9B22-E18BEBE4E244}"/>
              </a:ext>
            </a:extLst>
          </p:cNvPr>
          <p:cNvSpPr>
            <a:spLocks noGrp="1" noChangeAspect="1"/>
          </p:cNvSpPr>
          <p:nvPr>
            <p:ph type="pic" sz="quarter" idx="17"/>
          </p:nvPr>
        </p:nvSpPr>
        <p:spPr>
          <a:xfrm>
            <a:off x="4670949" y="1628775"/>
            <a:ext cx="3155945" cy="3816350"/>
          </a:xfrm>
          <a:prstGeom prst="rect">
            <a:avLst/>
          </a:prstGeom>
          <a:solidFill>
            <a:schemeClr val="bg2"/>
          </a:solidFill>
        </p:spPr>
        <p:txBody>
          <a:bodyPr/>
          <a:lstStyle>
            <a:lvl1pPr marL="0" indent="0">
              <a:buNone/>
              <a:defRPr/>
            </a:lvl1pPr>
          </a:lstStyle>
          <a:p>
            <a:endParaRPr lang="de-DE" dirty="0"/>
          </a:p>
        </p:txBody>
      </p:sp>
      <p:sp>
        <p:nvSpPr>
          <p:cNvPr id="21" name="Bildplatzhalter 3">
            <a:extLst>
              <a:ext uri="{FF2B5EF4-FFF2-40B4-BE49-F238E27FC236}">
                <a16:creationId xmlns:a16="http://schemas.microsoft.com/office/drawing/2014/main" id="{858490E9-6584-471A-BFC3-3990D3608239}"/>
              </a:ext>
            </a:extLst>
          </p:cNvPr>
          <p:cNvSpPr>
            <a:spLocks noGrp="1" noChangeAspect="1"/>
          </p:cNvSpPr>
          <p:nvPr>
            <p:ph type="pic" sz="quarter" idx="18"/>
          </p:nvPr>
        </p:nvSpPr>
        <p:spPr>
          <a:xfrm>
            <a:off x="8338561" y="1641129"/>
            <a:ext cx="3155945" cy="3816350"/>
          </a:xfrm>
          <a:prstGeom prst="rect">
            <a:avLst/>
          </a:prstGeom>
          <a:solidFill>
            <a:schemeClr val="bg2"/>
          </a:solidFill>
        </p:spPr>
        <p:txBody>
          <a:bodyPr/>
          <a:lstStyle>
            <a:lvl1pPr marL="0" indent="0">
              <a:buNone/>
              <a:defRPr/>
            </a:lvl1pPr>
          </a:lstStyle>
          <a:p>
            <a:endParaRPr lang="de-DE" dirty="0"/>
          </a:p>
        </p:txBody>
      </p:sp>
      <p:sp>
        <p:nvSpPr>
          <p:cNvPr id="7" name="Fußzeilenplatzhalter 4">
            <a:extLst>
              <a:ext uri="{FF2B5EF4-FFF2-40B4-BE49-F238E27FC236}">
                <a16:creationId xmlns:a16="http://schemas.microsoft.com/office/drawing/2014/main" id="{3A7DB32A-1F37-CC35-F26D-B17A2729AE0A}"/>
              </a:ext>
            </a:extLst>
          </p:cNvPr>
          <p:cNvSpPr>
            <a:spLocks noGrp="1"/>
          </p:cNvSpPr>
          <p:nvPr>
            <p:ph type="ftr" sz="quarter" idx="14"/>
          </p:nvPr>
        </p:nvSpPr>
        <p:spPr>
          <a:xfrm>
            <a:off x="613834" y="6492875"/>
            <a:ext cx="7908241" cy="365125"/>
          </a:xfrm>
          <a:prstGeom prst="rect">
            <a:avLst/>
          </a:prstGeom>
        </p:spPr>
        <p:txBody>
          <a:bodyPr/>
          <a:lstStyle/>
          <a:p>
            <a:r>
              <a:rPr lang="de-DE"/>
              <a:t>OTH Regensburg | Piyushkumar Baldha | MEM Master Thesis</a:t>
            </a:r>
            <a:endParaRPr lang="de-DE" dirty="0"/>
          </a:p>
        </p:txBody>
      </p:sp>
      <p:sp>
        <p:nvSpPr>
          <p:cNvPr id="8" name="Foliennummernplatzhalter 4">
            <a:extLst>
              <a:ext uri="{FF2B5EF4-FFF2-40B4-BE49-F238E27FC236}">
                <a16:creationId xmlns:a16="http://schemas.microsoft.com/office/drawing/2014/main" id="{C3501C40-7E68-6D52-E79A-0ED979562E97}"/>
              </a:ext>
            </a:extLst>
          </p:cNvPr>
          <p:cNvSpPr>
            <a:spLocks noGrp="1"/>
          </p:cNvSpPr>
          <p:nvPr>
            <p:ph type="sldNum" sz="quarter" idx="4"/>
          </p:nvPr>
        </p:nvSpPr>
        <p:spPr>
          <a:xfrm>
            <a:off x="9344025" y="647962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298502-BA22-4927-B2ED-0A18FFA86FFE}" type="slidenum">
              <a:rPr lang="de-DE" smtClean="0"/>
              <a:pPr/>
              <a:t>‹#›</a:t>
            </a:fld>
            <a:endParaRPr lang="de-DE" dirty="0"/>
          </a:p>
        </p:txBody>
      </p:sp>
      <p:pic>
        <p:nvPicPr>
          <p:cNvPr id="3" name="Grafik 2">
            <a:extLst>
              <a:ext uri="{FF2B5EF4-FFF2-40B4-BE49-F238E27FC236}">
                <a16:creationId xmlns:a16="http://schemas.microsoft.com/office/drawing/2014/main" id="{8D1FB677-3BBF-813C-3319-9393801C6D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4668" y="166892"/>
            <a:ext cx="1004013" cy="778061"/>
          </a:xfrm>
          <a:prstGeom prst="rect">
            <a:avLst/>
          </a:prstGeom>
        </p:spPr>
      </p:pic>
      <p:cxnSp>
        <p:nvCxnSpPr>
          <p:cNvPr id="5" name="Gerader Verbinder 4">
            <a:extLst>
              <a:ext uri="{FF2B5EF4-FFF2-40B4-BE49-F238E27FC236}">
                <a16:creationId xmlns:a16="http://schemas.microsoft.com/office/drawing/2014/main" id="{5C3BB0B1-33D7-CD45-5568-53FD454792EF}"/>
              </a:ext>
            </a:extLst>
          </p:cNvPr>
          <p:cNvCxnSpPr>
            <a:cxnSpLocks/>
          </p:cNvCxnSpPr>
          <p:nvPr userDrawn="1"/>
        </p:nvCxnSpPr>
        <p:spPr>
          <a:xfrm>
            <a:off x="713582" y="746389"/>
            <a:ext cx="0" cy="468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Textplatzhalter 12">
            <a:extLst>
              <a:ext uri="{FF2B5EF4-FFF2-40B4-BE49-F238E27FC236}">
                <a16:creationId xmlns:a16="http://schemas.microsoft.com/office/drawing/2014/main" id="{C6183C85-F26B-7836-B082-B1CA6E61EEE6}"/>
              </a:ext>
            </a:extLst>
          </p:cNvPr>
          <p:cNvSpPr>
            <a:spLocks noGrp="1"/>
          </p:cNvSpPr>
          <p:nvPr>
            <p:ph type="body" sz="quarter" idx="13" hasCustomPrompt="1"/>
          </p:nvPr>
        </p:nvSpPr>
        <p:spPr>
          <a:xfrm>
            <a:off x="695325" y="199474"/>
            <a:ext cx="10119053" cy="468000"/>
          </a:xfrm>
          <a:prstGeom prst="rect">
            <a:avLst/>
          </a:prstGeom>
        </p:spPr>
        <p:txBody>
          <a:bodyPr anchor="t">
            <a:noAutofit/>
          </a:bodyPr>
          <a:lstStyle>
            <a:lvl1pPr marL="0" indent="0">
              <a:buNone/>
              <a:defRPr sz="3000" b="1"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dirty="0"/>
              <a:t>Titel bearbeiten</a:t>
            </a:r>
          </a:p>
        </p:txBody>
      </p:sp>
      <p:sp>
        <p:nvSpPr>
          <p:cNvPr id="9" name="Textplatzhalter 20">
            <a:extLst>
              <a:ext uri="{FF2B5EF4-FFF2-40B4-BE49-F238E27FC236}">
                <a16:creationId xmlns:a16="http://schemas.microsoft.com/office/drawing/2014/main" id="{ABB7E082-F5C2-9E98-5298-F938293FFCF5}"/>
              </a:ext>
            </a:extLst>
          </p:cNvPr>
          <p:cNvSpPr>
            <a:spLocks noGrp="1"/>
          </p:cNvSpPr>
          <p:nvPr>
            <p:ph type="body" sz="quarter" idx="25" hasCustomPrompt="1"/>
          </p:nvPr>
        </p:nvSpPr>
        <p:spPr>
          <a:xfrm>
            <a:off x="710624" y="813558"/>
            <a:ext cx="10119052" cy="338138"/>
          </a:xfrm>
          <a:prstGeom prst="rect">
            <a:avLst/>
          </a:prstGeom>
        </p:spPr>
        <p:txBody>
          <a:bodyPr/>
          <a:lstStyle>
            <a:lvl1pPr marL="0" indent="0">
              <a:buNone/>
              <a:defRPr sz="2000" b="1"/>
            </a:lvl1pPr>
          </a:lstStyle>
          <a:p>
            <a:pPr lvl="0"/>
            <a:r>
              <a:rPr lang="de-DE" dirty="0"/>
              <a:t>ggf. Unterüberschrift</a:t>
            </a:r>
          </a:p>
        </p:txBody>
      </p:sp>
    </p:spTree>
    <p:extLst>
      <p:ext uri="{BB962C8B-B14F-4D97-AF65-F5344CB8AC3E}">
        <p14:creationId xmlns:p14="http://schemas.microsoft.com/office/powerpoint/2010/main" val="3900483066"/>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guide id="3" orient="horz" pos="3158" userDrawn="1">
          <p15:clr>
            <a:srgbClr val="FBAE40"/>
          </p15:clr>
        </p15:guide>
        <p15:guide id="4" orient="horz" pos="3430" userDrawn="1">
          <p15:clr>
            <a:srgbClr val="FBAE40"/>
          </p15:clr>
        </p15:guide>
        <p15:guide id="5" pos="4974" userDrawn="1">
          <p15:clr>
            <a:srgbClr val="FBAE40"/>
          </p15:clr>
        </p15:guide>
        <p15:guide id="6" pos="270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und 4 Bilder">
    <p:spTree>
      <p:nvGrpSpPr>
        <p:cNvPr id="1" name=""/>
        <p:cNvGrpSpPr/>
        <p:nvPr/>
      </p:nvGrpSpPr>
      <p:grpSpPr>
        <a:xfrm>
          <a:off x="0" y="0"/>
          <a:ext cx="0" cy="0"/>
          <a:chOff x="0" y="0"/>
          <a:chExt cx="0" cy="0"/>
        </a:xfrm>
      </p:grpSpPr>
      <p:sp>
        <p:nvSpPr>
          <p:cNvPr id="24" name="Bildplatzhalter 3">
            <a:extLst>
              <a:ext uri="{FF2B5EF4-FFF2-40B4-BE49-F238E27FC236}">
                <a16:creationId xmlns:a16="http://schemas.microsoft.com/office/drawing/2014/main" id="{517047C7-19F8-49CE-901B-12E8122157FF}"/>
              </a:ext>
            </a:extLst>
          </p:cNvPr>
          <p:cNvSpPr>
            <a:spLocks noGrp="1" noChangeAspect="1"/>
          </p:cNvSpPr>
          <p:nvPr>
            <p:ph type="pic" sz="quarter" idx="16"/>
          </p:nvPr>
        </p:nvSpPr>
        <p:spPr>
          <a:xfrm>
            <a:off x="704952" y="1633855"/>
            <a:ext cx="4995297" cy="2007091"/>
          </a:xfrm>
          <a:prstGeom prst="rect">
            <a:avLst/>
          </a:prstGeom>
          <a:solidFill>
            <a:schemeClr val="bg2"/>
          </a:solidFill>
        </p:spPr>
        <p:txBody>
          <a:bodyPr/>
          <a:lstStyle>
            <a:lvl1pPr marL="0" indent="0">
              <a:buNone/>
              <a:defRPr/>
            </a:lvl1pPr>
          </a:lstStyle>
          <a:p>
            <a:endParaRPr lang="de-DE" dirty="0"/>
          </a:p>
        </p:txBody>
      </p:sp>
      <p:sp>
        <p:nvSpPr>
          <p:cNvPr id="27" name="Bildplatzhalter 3">
            <a:extLst>
              <a:ext uri="{FF2B5EF4-FFF2-40B4-BE49-F238E27FC236}">
                <a16:creationId xmlns:a16="http://schemas.microsoft.com/office/drawing/2014/main" id="{435D3452-6748-4C56-A119-A26922486FAA}"/>
              </a:ext>
            </a:extLst>
          </p:cNvPr>
          <p:cNvSpPr>
            <a:spLocks noGrp="1" noChangeAspect="1"/>
          </p:cNvSpPr>
          <p:nvPr>
            <p:ph type="pic" sz="quarter" idx="17"/>
          </p:nvPr>
        </p:nvSpPr>
        <p:spPr>
          <a:xfrm>
            <a:off x="704952" y="4145338"/>
            <a:ext cx="4995297" cy="2007091"/>
          </a:xfrm>
          <a:prstGeom prst="rect">
            <a:avLst/>
          </a:prstGeom>
          <a:solidFill>
            <a:schemeClr val="bg2"/>
          </a:solidFill>
        </p:spPr>
        <p:txBody>
          <a:bodyPr/>
          <a:lstStyle>
            <a:lvl1pPr marL="0" indent="0">
              <a:buNone/>
              <a:defRPr/>
            </a:lvl1pPr>
          </a:lstStyle>
          <a:p>
            <a:endParaRPr lang="de-DE" dirty="0"/>
          </a:p>
        </p:txBody>
      </p:sp>
      <p:sp>
        <p:nvSpPr>
          <p:cNvPr id="29" name="Bildplatzhalter 3">
            <a:extLst>
              <a:ext uri="{FF2B5EF4-FFF2-40B4-BE49-F238E27FC236}">
                <a16:creationId xmlns:a16="http://schemas.microsoft.com/office/drawing/2014/main" id="{0F62BAF0-E5F0-492C-90D0-0B56C5E08980}"/>
              </a:ext>
            </a:extLst>
          </p:cNvPr>
          <p:cNvSpPr>
            <a:spLocks noGrp="1" noChangeAspect="1"/>
          </p:cNvSpPr>
          <p:nvPr>
            <p:ph type="pic" sz="quarter" idx="18"/>
          </p:nvPr>
        </p:nvSpPr>
        <p:spPr>
          <a:xfrm>
            <a:off x="6200773" y="1628775"/>
            <a:ext cx="4995297" cy="2007091"/>
          </a:xfrm>
          <a:prstGeom prst="rect">
            <a:avLst/>
          </a:prstGeom>
          <a:solidFill>
            <a:schemeClr val="bg2"/>
          </a:solidFill>
        </p:spPr>
        <p:txBody>
          <a:bodyPr/>
          <a:lstStyle>
            <a:lvl1pPr marL="0" indent="0">
              <a:buNone/>
              <a:defRPr/>
            </a:lvl1pPr>
          </a:lstStyle>
          <a:p>
            <a:endParaRPr lang="de-DE" dirty="0"/>
          </a:p>
        </p:txBody>
      </p:sp>
      <p:sp>
        <p:nvSpPr>
          <p:cNvPr id="31" name="Bildplatzhalter 3">
            <a:extLst>
              <a:ext uri="{FF2B5EF4-FFF2-40B4-BE49-F238E27FC236}">
                <a16:creationId xmlns:a16="http://schemas.microsoft.com/office/drawing/2014/main" id="{6414067F-71E4-4B56-99A2-B932DD842D99}"/>
              </a:ext>
            </a:extLst>
          </p:cNvPr>
          <p:cNvSpPr>
            <a:spLocks noGrp="1" noChangeAspect="1"/>
          </p:cNvSpPr>
          <p:nvPr>
            <p:ph type="pic" sz="quarter" idx="19"/>
          </p:nvPr>
        </p:nvSpPr>
        <p:spPr>
          <a:xfrm>
            <a:off x="6200773" y="4140258"/>
            <a:ext cx="4995297" cy="2007091"/>
          </a:xfrm>
          <a:prstGeom prst="rect">
            <a:avLst/>
          </a:prstGeom>
          <a:solidFill>
            <a:schemeClr val="bg2"/>
          </a:solidFill>
        </p:spPr>
        <p:txBody>
          <a:bodyPr/>
          <a:lstStyle>
            <a:lvl1pPr marL="0" indent="0">
              <a:buNone/>
              <a:defRPr/>
            </a:lvl1pPr>
          </a:lstStyle>
          <a:p>
            <a:endParaRPr lang="de-DE" dirty="0"/>
          </a:p>
        </p:txBody>
      </p:sp>
      <p:sp>
        <p:nvSpPr>
          <p:cNvPr id="7" name="Fußzeilenplatzhalter 4">
            <a:extLst>
              <a:ext uri="{FF2B5EF4-FFF2-40B4-BE49-F238E27FC236}">
                <a16:creationId xmlns:a16="http://schemas.microsoft.com/office/drawing/2014/main" id="{B98F4D0D-10EF-A8BD-FAC6-1E489620DB73}"/>
              </a:ext>
            </a:extLst>
          </p:cNvPr>
          <p:cNvSpPr>
            <a:spLocks noGrp="1"/>
          </p:cNvSpPr>
          <p:nvPr>
            <p:ph type="ftr" sz="quarter" idx="14"/>
          </p:nvPr>
        </p:nvSpPr>
        <p:spPr>
          <a:xfrm>
            <a:off x="613834" y="6492875"/>
            <a:ext cx="7908241" cy="365125"/>
          </a:xfrm>
          <a:prstGeom prst="rect">
            <a:avLst/>
          </a:prstGeom>
        </p:spPr>
        <p:txBody>
          <a:bodyPr/>
          <a:lstStyle/>
          <a:p>
            <a:r>
              <a:rPr lang="de-DE"/>
              <a:t>OTH Regensburg | Piyushkumar Baldha | MEM Master Thesis</a:t>
            </a:r>
            <a:endParaRPr lang="de-DE" dirty="0"/>
          </a:p>
        </p:txBody>
      </p:sp>
      <p:sp>
        <p:nvSpPr>
          <p:cNvPr id="8" name="Foliennummernplatzhalter 4">
            <a:extLst>
              <a:ext uri="{FF2B5EF4-FFF2-40B4-BE49-F238E27FC236}">
                <a16:creationId xmlns:a16="http://schemas.microsoft.com/office/drawing/2014/main" id="{04E1E2D0-1007-E499-2AED-801C1D1BA6AE}"/>
              </a:ext>
            </a:extLst>
          </p:cNvPr>
          <p:cNvSpPr>
            <a:spLocks noGrp="1"/>
          </p:cNvSpPr>
          <p:nvPr>
            <p:ph type="sldNum" sz="quarter" idx="4"/>
          </p:nvPr>
        </p:nvSpPr>
        <p:spPr>
          <a:xfrm>
            <a:off x="9344025" y="647962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298502-BA22-4927-B2ED-0A18FFA86FFE}" type="slidenum">
              <a:rPr lang="de-DE" smtClean="0"/>
              <a:pPr/>
              <a:t>‹#›</a:t>
            </a:fld>
            <a:endParaRPr lang="de-DE" dirty="0"/>
          </a:p>
        </p:txBody>
      </p:sp>
      <p:pic>
        <p:nvPicPr>
          <p:cNvPr id="3" name="Grafik 2">
            <a:extLst>
              <a:ext uri="{FF2B5EF4-FFF2-40B4-BE49-F238E27FC236}">
                <a16:creationId xmlns:a16="http://schemas.microsoft.com/office/drawing/2014/main" id="{794DAD7B-FD6B-579B-52E4-A88D02EEEC1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4668" y="166892"/>
            <a:ext cx="1004013" cy="778061"/>
          </a:xfrm>
          <a:prstGeom prst="rect">
            <a:avLst/>
          </a:prstGeom>
        </p:spPr>
      </p:pic>
      <p:cxnSp>
        <p:nvCxnSpPr>
          <p:cNvPr id="5" name="Gerader Verbinder 4">
            <a:extLst>
              <a:ext uri="{FF2B5EF4-FFF2-40B4-BE49-F238E27FC236}">
                <a16:creationId xmlns:a16="http://schemas.microsoft.com/office/drawing/2014/main" id="{852C8103-D8A6-1EDC-266D-81C32774B8EA}"/>
              </a:ext>
            </a:extLst>
          </p:cNvPr>
          <p:cNvCxnSpPr>
            <a:cxnSpLocks/>
          </p:cNvCxnSpPr>
          <p:nvPr userDrawn="1"/>
        </p:nvCxnSpPr>
        <p:spPr>
          <a:xfrm>
            <a:off x="713582" y="746389"/>
            <a:ext cx="0" cy="468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Textplatzhalter 12">
            <a:extLst>
              <a:ext uri="{FF2B5EF4-FFF2-40B4-BE49-F238E27FC236}">
                <a16:creationId xmlns:a16="http://schemas.microsoft.com/office/drawing/2014/main" id="{B5A85C94-0FA2-3565-5CA8-18FD3D11A418}"/>
              </a:ext>
            </a:extLst>
          </p:cNvPr>
          <p:cNvSpPr>
            <a:spLocks noGrp="1"/>
          </p:cNvSpPr>
          <p:nvPr>
            <p:ph type="body" sz="quarter" idx="13" hasCustomPrompt="1"/>
          </p:nvPr>
        </p:nvSpPr>
        <p:spPr>
          <a:xfrm>
            <a:off x="695325" y="199474"/>
            <a:ext cx="10119053" cy="468000"/>
          </a:xfrm>
          <a:prstGeom prst="rect">
            <a:avLst/>
          </a:prstGeom>
        </p:spPr>
        <p:txBody>
          <a:bodyPr anchor="t">
            <a:noAutofit/>
          </a:bodyPr>
          <a:lstStyle>
            <a:lvl1pPr marL="0" indent="0">
              <a:buNone/>
              <a:defRPr sz="3000" b="1"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dirty="0"/>
              <a:t>Titel bearbeiten</a:t>
            </a:r>
          </a:p>
        </p:txBody>
      </p:sp>
      <p:sp>
        <p:nvSpPr>
          <p:cNvPr id="9" name="Textplatzhalter 20">
            <a:extLst>
              <a:ext uri="{FF2B5EF4-FFF2-40B4-BE49-F238E27FC236}">
                <a16:creationId xmlns:a16="http://schemas.microsoft.com/office/drawing/2014/main" id="{B8D436B1-6CE6-8246-D93E-63AA702EAB9E}"/>
              </a:ext>
            </a:extLst>
          </p:cNvPr>
          <p:cNvSpPr>
            <a:spLocks noGrp="1"/>
          </p:cNvSpPr>
          <p:nvPr>
            <p:ph type="body" sz="quarter" idx="25" hasCustomPrompt="1"/>
          </p:nvPr>
        </p:nvSpPr>
        <p:spPr>
          <a:xfrm>
            <a:off x="710624" y="813558"/>
            <a:ext cx="10119052" cy="338138"/>
          </a:xfrm>
          <a:prstGeom prst="rect">
            <a:avLst/>
          </a:prstGeom>
        </p:spPr>
        <p:txBody>
          <a:bodyPr/>
          <a:lstStyle>
            <a:lvl1pPr marL="0" indent="0">
              <a:buNone/>
              <a:defRPr sz="2000" b="1"/>
            </a:lvl1pPr>
          </a:lstStyle>
          <a:p>
            <a:pPr lvl="0"/>
            <a:r>
              <a:rPr lang="de-DE" dirty="0"/>
              <a:t>ggf. Unterüberschrift</a:t>
            </a:r>
          </a:p>
        </p:txBody>
      </p:sp>
    </p:spTree>
    <p:extLst>
      <p:ext uri="{BB962C8B-B14F-4D97-AF65-F5344CB8AC3E}">
        <p14:creationId xmlns:p14="http://schemas.microsoft.com/office/powerpoint/2010/main" val="382957003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guide id="3" orient="horz" pos="3158" userDrawn="1">
          <p15:clr>
            <a:srgbClr val="FBAE40"/>
          </p15:clr>
        </p15:guide>
        <p15:guide id="4" orient="horz" pos="3430" userDrawn="1">
          <p15:clr>
            <a:srgbClr val="FBAE40"/>
          </p15:clr>
        </p15:guide>
        <p15:guide id="5" pos="4974" userDrawn="1">
          <p15:clr>
            <a:srgbClr val="FBAE40"/>
          </p15:clr>
        </p15:guide>
        <p15:guide id="6" pos="270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 Bild und Text rechts">
    <p:spTree>
      <p:nvGrpSpPr>
        <p:cNvPr id="1" name=""/>
        <p:cNvGrpSpPr/>
        <p:nvPr/>
      </p:nvGrpSpPr>
      <p:grpSpPr>
        <a:xfrm>
          <a:off x="0" y="0"/>
          <a:ext cx="0" cy="0"/>
          <a:chOff x="0" y="0"/>
          <a:chExt cx="0" cy="0"/>
        </a:xfrm>
      </p:grpSpPr>
      <p:sp>
        <p:nvSpPr>
          <p:cNvPr id="24" name="Bildplatzhalter 3">
            <a:extLst>
              <a:ext uri="{FF2B5EF4-FFF2-40B4-BE49-F238E27FC236}">
                <a16:creationId xmlns:a16="http://schemas.microsoft.com/office/drawing/2014/main" id="{517047C7-19F8-49CE-901B-12E8122157FF}"/>
              </a:ext>
            </a:extLst>
          </p:cNvPr>
          <p:cNvSpPr>
            <a:spLocks noGrp="1" noChangeAspect="1"/>
          </p:cNvSpPr>
          <p:nvPr>
            <p:ph type="pic" sz="quarter" idx="16"/>
          </p:nvPr>
        </p:nvSpPr>
        <p:spPr>
          <a:xfrm>
            <a:off x="1000125" y="1628775"/>
            <a:ext cx="4254500" cy="3375025"/>
          </a:xfrm>
          <a:prstGeom prst="rect">
            <a:avLst/>
          </a:prstGeom>
          <a:solidFill>
            <a:schemeClr val="bg2"/>
          </a:solidFill>
        </p:spPr>
        <p:txBody>
          <a:bodyPr/>
          <a:lstStyle>
            <a:lvl1pPr marL="0" indent="0">
              <a:buNone/>
              <a:defRPr/>
            </a:lvl1pPr>
          </a:lstStyle>
          <a:p>
            <a:endParaRPr lang="de-DE" dirty="0"/>
          </a:p>
        </p:txBody>
      </p:sp>
      <p:sp>
        <p:nvSpPr>
          <p:cNvPr id="19" name="Rechteck 18">
            <a:extLst>
              <a:ext uri="{FF2B5EF4-FFF2-40B4-BE49-F238E27FC236}">
                <a16:creationId xmlns:a16="http://schemas.microsoft.com/office/drawing/2014/main" id="{762F7910-7519-4EDB-BD41-DC5461DE87DF}"/>
              </a:ext>
            </a:extLst>
          </p:cNvPr>
          <p:cNvSpPr>
            <a:spLocks noChangeAspect="1"/>
          </p:cNvSpPr>
          <p:nvPr/>
        </p:nvSpPr>
        <p:spPr>
          <a:xfrm>
            <a:off x="1000125" y="5003802"/>
            <a:ext cx="4255200" cy="44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dirty="0">
              <a:solidFill>
                <a:schemeClr val="tx1"/>
              </a:solidFill>
            </a:endParaRPr>
          </a:p>
        </p:txBody>
      </p:sp>
      <p:sp>
        <p:nvSpPr>
          <p:cNvPr id="3" name="Textplatzhalter 2">
            <a:extLst>
              <a:ext uri="{FF2B5EF4-FFF2-40B4-BE49-F238E27FC236}">
                <a16:creationId xmlns:a16="http://schemas.microsoft.com/office/drawing/2014/main" id="{C59C59F3-03E9-46E7-84E8-FCDFB1BE9446}"/>
              </a:ext>
            </a:extLst>
          </p:cNvPr>
          <p:cNvSpPr>
            <a:spLocks noGrp="1"/>
          </p:cNvSpPr>
          <p:nvPr>
            <p:ph type="body" sz="quarter" idx="18" hasCustomPrompt="1"/>
          </p:nvPr>
        </p:nvSpPr>
        <p:spPr>
          <a:xfrm>
            <a:off x="1000125" y="5013325"/>
            <a:ext cx="4254500" cy="430213"/>
          </a:xfrm>
          <a:prstGeom prst="rect">
            <a:avLst/>
          </a:prstGeom>
        </p:spPr>
        <p:txBody>
          <a:bodyPr anchor="ctr"/>
          <a:lstStyle>
            <a:lvl1pPr marL="0" indent="0" algn="ctr">
              <a:buNone/>
              <a:defRPr sz="1800" b="1"/>
            </a:lvl1pPr>
          </a:lstStyle>
          <a:p>
            <a:pPr lvl="0"/>
            <a:r>
              <a:rPr lang="de-DE" dirty="0"/>
              <a:t>Text</a:t>
            </a:r>
          </a:p>
        </p:txBody>
      </p:sp>
      <p:sp>
        <p:nvSpPr>
          <p:cNvPr id="4" name="Textplatzhalter 3">
            <a:extLst>
              <a:ext uri="{FF2B5EF4-FFF2-40B4-BE49-F238E27FC236}">
                <a16:creationId xmlns:a16="http://schemas.microsoft.com/office/drawing/2014/main" id="{C6F72443-43B5-4437-879E-EA7079B40217}"/>
              </a:ext>
            </a:extLst>
          </p:cNvPr>
          <p:cNvSpPr>
            <a:spLocks noGrp="1" noChangeAspect="1"/>
          </p:cNvSpPr>
          <p:nvPr>
            <p:ph type="body" sz="quarter" idx="19"/>
          </p:nvPr>
        </p:nvSpPr>
        <p:spPr>
          <a:xfrm>
            <a:off x="5611813" y="1628775"/>
            <a:ext cx="5884862" cy="4141788"/>
          </a:xfrm>
          <a:prstGeom prst="rect">
            <a:avLst/>
          </a:prstGeom>
        </p:spPr>
        <p:txBody>
          <a:bodyPr/>
          <a:lstStyle>
            <a:lvl1pPr>
              <a:defRPr sz="2000"/>
            </a:lvl1pPr>
            <a:lvl2pPr marL="800100" indent="-342900">
              <a:buFont typeface="Arial" panose="020B0604020202020204" pitchFamily="34" charset="0"/>
              <a:buChar char="•"/>
              <a:defRPr sz="1800"/>
            </a:lvl2pPr>
            <a:lvl3pPr>
              <a:defRPr sz="1600"/>
            </a:lvl3pPr>
          </a:lstStyle>
          <a:p>
            <a:pPr lvl="0"/>
            <a:r>
              <a:rPr lang="de-DE" dirty="0"/>
              <a:t>Mastertextformat bearbeiten</a:t>
            </a:r>
          </a:p>
          <a:p>
            <a:pPr lvl="1"/>
            <a:r>
              <a:rPr lang="de-DE" dirty="0"/>
              <a:t>Aufzählung</a:t>
            </a:r>
          </a:p>
          <a:p>
            <a:pPr lvl="2"/>
            <a:r>
              <a:rPr lang="de-DE" dirty="0"/>
              <a:t>Aufzählung</a:t>
            </a:r>
          </a:p>
          <a:p>
            <a:pPr lvl="1"/>
            <a:endParaRPr lang="de-DE" dirty="0"/>
          </a:p>
        </p:txBody>
      </p:sp>
      <p:sp>
        <p:nvSpPr>
          <p:cNvPr id="10" name="Fußzeilenplatzhalter 4">
            <a:extLst>
              <a:ext uri="{FF2B5EF4-FFF2-40B4-BE49-F238E27FC236}">
                <a16:creationId xmlns:a16="http://schemas.microsoft.com/office/drawing/2014/main" id="{3AE8050E-067A-1BF5-3DA6-2E396F6AB784}"/>
              </a:ext>
            </a:extLst>
          </p:cNvPr>
          <p:cNvSpPr>
            <a:spLocks noGrp="1"/>
          </p:cNvSpPr>
          <p:nvPr>
            <p:ph type="ftr" sz="quarter" idx="14"/>
          </p:nvPr>
        </p:nvSpPr>
        <p:spPr>
          <a:xfrm>
            <a:off x="613834" y="6492875"/>
            <a:ext cx="7908241" cy="365125"/>
          </a:xfrm>
          <a:prstGeom prst="rect">
            <a:avLst/>
          </a:prstGeom>
        </p:spPr>
        <p:txBody>
          <a:bodyPr/>
          <a:lstStyle/>
          <a:p>
            <a:r>
              <a:rPr lang="de-DE"/>
              <a:t>OTH Regensburg | Piyushkumar Baldha | MEM Master Thesis</a:t>
            </a:r>
            <a:endParaRPr lang="de-DE" dirty="0"/>
          </a:p>
        </p:txBody>
      </p:sp>
      <p:sp>
        <p:nvSpPr>
          <p:cNvPr id="11" name="Foliennummernplatzhalter 4">
            <a:extLst>
              <a:ext uri="{FF2B5EF4-FFF2-40B4-BE49-F238E27FC236}">
                <a16:creationId xmlns:a16="http://schemas.microsoft.com/office/drawing/2014/main" id="{D144AFE3-00F6-FA4B-A41D-E0661616D19F}"/>
              </a:ext>
            </a:extLst>
          </p:cNvPr>
          <p:cNvSpPr>
            <a:spLocks noGrp="1"/>
          </p:cNvSpPr>
          <p:nvPr>
            <p:ph type="sldNum" sz="quarter" idx="4"/>
          </p:nvPr>
        </p:nvSpPr>
        <p:spPr>
          <a:xfrm>
            <a:off x="9344025" y="647962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298502-BA22-4927-B2ED-0A18FFA86FFE}" type="slidenum">
              <a:rPr lang="de-DE" smtClean="0"/>
              <a:pPr/>
              <a:t>‹#›</a:t>
            </a:fld>
            <a:endParaRPr lang="de-DE" dirty="0"/>
          </a:p>
        </p:txBody>
      </p:sp>
      <p:pic>
        <p:nvPicPr>
          <p:cNvPr id="5" name="Grafik 4">
            <a:extLst>
              <a:ext uri="{FF2B5EF4-FFF2-40B4-BE49-F238E27FC236}">
                <a16:creationId xmlns:a16="http://schemas.microsoft.com/office/drawing/2014/main" id="{9500B907-50FF-A432-570E-281444D94E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4668" y="166892"/>
            <a:ext cx="1004013" cy="778061"/>
          </a:xfrm>
          <a:prstGeom prst="rect">
            <a:avLst/>
          </a:prstGeom>
        </p:spPr>
      </p:pic>
      <p:cxnSp>
        <p:nvCxnSpPr>
          <p:cNvPr id="7" name="Gerader Verbinder 6">
            <a:extLst>
              <a:ext uri="{FF2B5EF4-FFF2-40B4-BE49-F238E27FC236}">
                <a16:creationId xmlns:a16="http://schemas.microsoft.com/office/drawing/2014/main" id="{CC2FD326-8200-1D91-A4D4-0EE78E0093BA}"/>
              </a:ext>
            </a:extLst>
          </p:cNvPr>
          <p:cNvCxnSpPr>
            <a:cxnSpLocks/>
          </p:cNvCxnSpPr>
          <p:nvPr userDrawn="1"/>
        </p:nvCxnSpPr>
        <p:spPr>
          <a:xfrm>
            <a:off x="713582" y="746389"/>
            <a:ext cx="0" cy="468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Textplatzhalter 12">
            <a:extLst>
              <a:ext uri="{FF2B5EF4-FFF2-40B4-BE49-F238E27FC236}">
                <a16:creationId xmlns:a16="http://schemas.microsoft.com/office/drawing/2014/main" id="{03540713-E7EF-D04A-35A6-8F7630A9EB51}"/>
              </a:ext>
            </a:extLst>
          </p:cNvPr>
          <p:cNvSpPr>
            <a:spLocks noGrp="1"/>
          </p:cNvSpPr>
          <p:nvPr>
            <p:ph type="body" sz="quarter" idx="13" hasCustomPrompt="1"/>
          </p:nvPr>
        </p:nvSpPr>
        <p:spPr>
          <a:xfrm>
            <a:off x="695325" y="199474"/>
            <a:ext cx="10119053" cy="468000"/>
          </a:xfrm>
          <a:prstGeom prst="rect">
            <a:avLst/>
          </a:prstGeom>
        </p:spPr>
        <p:txBody>
          <a:bodyPr anchor="t">
            <a:noAutofit/>
          </a:bodyPr>
          <a:lstStyle>
            <a:lvl1pPr marL="0" indent="0">
              <a:buNone/>
              <a:defRPr sz="3000" b="1"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dirty="0"/>
              <a:t>Titel bearbeiten</a:t>
            </a:r>
          </a:p>
        </p:txBody>
      </p:sp>
      <p:sp>
        <p:nvSpPr>
          <p:cNvPr id="9" name="Textplatzhalter 20">
            <a:extLst>
              <a:ext uri="{FF2B5EF4-FFF2-40B4-BE49-F238E27FC236}">
                <a16:creationId xmlns:a16="http://schemas.microsoft.com/office/drawing/2014/main" id="{AF6A37BB-7C2E-BAB5-7E69-5E3971EE518F}"/>
              </a:ext>
            </a:extLst>
          </p:cNvPr>
          <p:cNvSpPr>
            <a:spLocks noGrp="1"/>
          </p:cNvSpPr>
          <p:nvPr>
            <p:ph type="body" sz="quarter" idx="25" hasCustomPrompt="1"/>
          </p:nvPr>
        </p:nvSpPr>
        <p:spPr>
          <a:xfrm>
            <a:off x="710624" y="813558"/>
            <a:ext cx="10119052" cy="338138"/>
          </a:xfrm>
          <a:prstGeom prst="rect">
            <a:avLst/>
          </a:prstGeom>
        </p:spPr>
        <p:txBody>
          <a:bodyPr/>
          <a:lstStyle>
            <a:lvl1pPr marL="0" indent="0">
              <a:buNone/>
              <a:defRPr sz="2000" b="1"/>
            </a:lvl1pPr>
          </a:lstStyle>
          <a:p>
            <a:pPr lvl="0"/>
            <a:r>
              <a:rPr lang="de-DE" dirty="0"/>
              <a:t>ggf. Unterüberschrift</a:t>
            </a:r>
          </a:p>
        </p:txBody>
      </p:sp>
    </p:spTree>
    <p:extLst>
      <p:ext uri="{BB962C8B-B14F-4D97-AF65-F5344CB8AC3E}">
        <p14:creationId xmlns:p14="http://schemas.microsoft.com/office/powerpoint/2010/main" val="3936829006"/>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guide id="3" orient="horz" pos="3158" userDrawn="1">
          <p15:clr>
            <a:srgbClr val="FBAE40"/>
          </p15:clr>
        </p15:guide>
        <p15:guide id="4" orient="horz" pos="363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el, Bild und Text links">
    <p:spTree>
      <p:nvGrpSpPr>
        <p:cNvPr id="1" name=""/>
        <p:cNvGrpSpPr/>
        <p:nvPr/>
      </p:nvGrpSpPr>
      <p:grpSpPr>
        <a:xfrm>
          <a:off x="0" y="0"/>
          <a:ext cx="0" cy="0"/>
          <a:chOff x="0" y="0"/>
          <a:chExt cx="0" cy="0"/>
        </a:xfrm>
      </p:grpSpPr>
      <p:sp>
        <p:nvSpPr>
          <p:cNvPr id="24" name="Bildplatzhalter 3">
            <a:extLst>
              <a:ext uri="{FF2B5EF4-FFF2-40B4-BE49-F238E27FC236}">
                <a16:creationId xmlns:a16="http://schemas.microsoft.com/office/drawing/2014/main" id="{517047C7-19F8-49CE-901B-12E8122157FF}"/>
              </a:ext>
            </a:extLst>
          </p:cNvPr>
          <p:cNvSpPr>
            <a:spLocks noGrp="1" noChangeAspect="1"/>
          </p:cNvSpPr>
          <p:nvPr>
            <p:ph type="pic" sz="quarter" idx="16"/>
          </p:nvPr>
        </p:nvSpPr>
        <p:spPr>
          <a:xfrm>
            <a:off x="6932515" y="1628775"/>
            <a:ext cx="4254500" cy="3375025"/>
          </a:xfrm>
          <a:prstGeom prst="rect">
            <a:avLst/>
          </a:prstGeom>
          <a:solidFill>
            <a:schemeClr val="bg2"/>
          </a:solidFill>
        </p:spPr>
        <p:txBody>
          <a:bodyPr/>
          <a:lstStyle>
            <a:lvl1pPr marL="0" indent="0">
              <a:buNone/>
              <a:defRPr/>
            </a:lvl1pPr>
          </a:lstStyle>
          <a:p>
            <a:endParaRPr lang="de-DE" dirty="0"/>
          </a:p>
        </p:txBody>
      </p:sp>
      <p:sp>
        <p:nvSpPr>
          <p:cNvPr id="19" name="Rechteck 18">
            <a:extLst>
              <a:ext uri="{FF2B5EF4-FFF2-40B4-BE49-F238E27FC236}">
                <a16:creationId xmlns:a16="http://schemas.microsoft.com/office/drawing/2014/main" id="{762F7910-7519-4EDB-BD41-DC5461DE87DF}"/>
              </a:ext>
            </a:extLst>
          </p:cNvPr>
          <p:cNvSpPr>
            <a:spLocks noChangeAspect="1"/>
          </p:cNvSpPr>
          <p:nvPr/>
        </p:nvSpPr>
        <p:spPr>
          <a:xfrm>
            <a:off x="6932515" y="5003802"/>
            <a:ext cx="4255200" cy="44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dirty="0">
              <a:solidFill>
                <a:schemeClr val="tx1"/>
              </a:solidFill>
            </a:endParaRPr>
          </a:p>
        </p:txBody>
      </p:sp>
      <p:sp>
        <p:nvSpPr>
          <p:cNvPr id="3" name="Textplatzhalter 2">
            <a:extLst>
              <a:ext uri="{FF2B5EF4-FFF2-40B4-BE49-F238E27FC236}">
                <a16:creationId xmlns:a16="http://schemas.microsoft.com/office/drawing/2014/main" id="{C59C59F3-03E9-46E7-84E8-FCDFB1BE9446}"/>
              </a:ext>
            </a:extLst>
          </p:cNvPr>
          <p:cNvSpPr>
            <a:spLocks noGrp="1"/>
          </p:cNvSpPr>
          <p:nvPr>
            <p:ph type="body" sz="quarter" idx="18" hasCustomPrompt="1"/>
          </p:nvPr>
        </p:nvSpPr>
        <p:spPr>
          <a:xfrm>
            <a:off x="6932515" y="5013325"/>
            <a:ext cx="4254500" cy="430213"/>
          </a:xfrm>
          <a:prstGeom prst="rect">
            <a:avLst/>
          </a:prstGeom>
        </p:spPr>
        <p:txBody>
          <a:bodyPr anchor="ctr"/>
          <a:lstStyle>
            <a:lvl1pPr marL="0" indent="0" algn="ctr">
              <a:buNone/>
              <a:defRPr sz="1800" b="1"/>
            </a:lvl1pPr>
          </a:lstStyle>
          <a:p>
            <a:pPr lvl="0"/>
            <a:r>
              <a:rPr lang="de-DE" dirty="0"/>
              <a:t>Text</a:t>
            </a:r>
          </a:p>
        </p:txBody>
      </p:sp>
      <p:sp>
        <p:nvSpPr>
          <p:cNvPr id="4" name="Textplatzhalter 3">
            <a:extLst>
              <a:ext uri="{FF2B5EF4-FFF2-40B4-BE49-F238E27FC236}">
                <a16:creationId xmlns:a16="http://schemas.microsoft.com/office/drawing/2014/main" id="{C6F72443-43B5-4437-879E-EA7079B40217}"/>
              </a:ext>
            </a:extLst>
          </p:cNvPr>
          <p:cNvSpPr>
            <a:spLocks noGrp="1" noChangeAspect="1"/>
          </p:cNvSpPr>
          <p:nvPr>
            <p:ph type="body" sz="quarter" idx="19"/>
          </p:nvPr>
        </p:nvSpPr>
        <p:spPr>
          <a:xfrm>
            <a:off x="702916" y="1628775"/>
            <a:ext cx="5884862" cy="4141788"/>
          </a:xfrm>
          <a:prstGeom prst="rect">
            <a:avLst/>
          </a:prstGeom>
        </p:spPr>
        <p:txBody>
          <a:bodyPr/>
          <a:lstStyle>
            <a:lvl1pPr>
              <a:defRPr sz="2000"/>
            </a:lvl1pPr>
            <a:lvl2pPr marL="800100" indent="-342900">
              <a:buFont typeface="Arial" panose="020B0604020202020204" pitchFamily="34" charset="0"/>
              <a:buChar char="•"/>
              <a:defRPr sz="1800"/>
            </a:lvl2pPr>
            <a:lvl3pPr>
              <a:defRPr sz="1600"/>
            </a:lvl3pPr>
          </a:lstStyle>
          <a:p>
            <a:pPr lvl="0"/>
            <a:r>
              <a:rPr lang="de-DE" dirty="0"/>
              <a:t>Mastertextformat bearbeiten</a:t>
            </a:r>
          </a:p>
          <a:p>
            <a:pPr lvl="1"/>
            <a:r>
              <a:rPr lang="de-DE" dirty="0"/>
              <a:t>Aufzählung</a:t>
            </a:r>
          </a:p>
          <a:p>
            <a:pPr lvl="2"/>
            <a:r>
              <a:rPr lang="de-DE" dirty="0"/>
              <a:t>Aufzählung</a:t>
            </a:r>
          </a:p>
          <a:p>
            <a:pPr lvl="0"/>
            <a:endParaRPr lang="de-DE" dirty="0"/>
          </a:p>
        </p:txBody>
      </p:sp>
      <p:sp>
        <p:nvSpPr>
          <p:cNvPr id="10" name="Fußzeilenplatzhalter 4">
            <a:extLst>
              <a:ext uri="{FF2B5EF4-FFF2-40B4-BE49-F238E27FC236}">
                <a16:creationId xmlns:a16="http://schemas.microsoft.com/office/drawing/2014/main" id="{9754CBCD-F31D-8623-7DCE-33A945F09027}"/>
              </a:ext>
            </a:extLst>
          </p:cNvPr>
          <p:cNvSpPr>
            <a:spLocks noGrp="1"/>
          </p:cNvSpPr>
          <p:nvPr>
            <p:ph type="ftr" sz="quarter" idx="14"/>
          </p:nvPr>
        </p:nvSpPr>
        <p:spPr>
          <a:xfrm>
            <a:off x="613834" y="6492875"/>
            <a:ext cx="7908241" cy="365125"/>
          </a:xfrm>
          <a:prstGeom prst="rect">
            <a:avLst/>
          </a:prstGeom>
        </p:spPr>
        <p:txBody>
          <a:bodyPr/>
          <a:lstStyle/>
          <a:p>
            <a:r>
              <a:rPr lang="de-DE"/>
              <a:t>OTH Regensburg | Piyushkumar Baldha | MEM Master Thesis</a:t>
            </a:r>
            <a:endParaRPr lang="de-DE" dirty="0"/>
          </a:p>
        </p:txBody>
      </p:sp>
      <p:sp>
        <p:nvSpPr>
          <p:cNvPr id="11" name="Foliennummernplatzhalter 4">
            <a:extLst>
              <a:ext uri="{FF2B5EF4-FFF2-40B4-BE49-F238E27FC236}">
                <a16:creationId xmlns:a16="http://schemas.microsoft.com/office/drawing/2014/main" id="{55888A9E-D475-4CFF-BBD6-880C3F14E400}"/>
              </a:ext>
            </a:extLst>
          </p:cNvPr>
          <p:cNvSpPr>
            <a:spLocks noGrp="1"/>
          </p:cNvSpPr>
          <p:nvPr>
            <p:ph type="sldNum" sz="quarter" idx="4"/>
          </p:nvPr>
        </p:nvSpPr>
        <p:spPr>
          <a:xfrm>
            <a:off x="9344025" y="647962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298502-BA22-4927-B2ED-0A18FFA86FFE}" type="slidenum">
              <a:rPr lang="de-DE" smtClean="0"/>
              <a:pPr/>
              <a:t>‹#›</a:t>
            </a:fld>
            <a:endParaRPr lang="de-DE" dirty="0"/>
          </a:p>
        </p:txBody>
      </p:sp>
      <p:pic>
        <p:nvPicPr>
          <p:cNvPr id="5" name="Grafik 4">
            <a:extLst>
              <a:ext uri="{FF2B5EF4-FFF2-40B4-BE49-F238E27FC236}">
                <a16:creationId xmlns:a16="http://schemas.microsoft.com/office/drawing/2014/main" id="{1991A056-821D-DF40-720E-F0EC6EA376E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4668" y="166892"/>
            <a:ext cx="1004013" cy="778061"/>
          </a:xfrm>
          <a:prstGeom prst="rect">
            <a:avLst/>
          </a:prstGeom>
        </p:spPr>
      </p:pic>
      <p:cxnSp>
        <p:nvCxnSpPr>
          <p:cNvPr id="7" name="Gerader Verbinder 6">
            <a:extLst>
              <a:ext uri="{FF2B5EF4-FFF2-40B4-BE49-F238E27FC236}">
                <a16:creationId xmlns:a16="http://schemas.microsoft.com/office/drawing/2014/main" id="{DC57C806-B6B4-EB6A-CA24-05634028DF65}"/>
              </a:ext>
            </a:extLst>
          </p:cNvPr>
          <p:cNvCxnSpPr>
            <a:cxnSpLocks/>
          </p:cNvCxnSpPr>
          <p:nvPr userDrawn="1"/>
        </p:nvCxnSpPr>
        <p:spPr>
          <a:xfrm>
            <a:off x="713582" y="746389"/>
            <a:ext cx="0" cy="468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Textplatzhalter 12">
            <a:extLst>
              <a:ext uri="{FF2B5EF4-FFF2-40B4-BE49-F238E27FC236}">
                <a16:creationId xmlns:a16="http://schemas.microsoft.com/office/drawing/2014/main" id="{79E2E804-5192-5DAB-4F1F-1C7F7A97D071}"/>
              </a:ext>
            </a:extLst>
          </p:cNvPr>
          <p:cNvSpPr>
            <a:spLocks noGrp="1"/>
          </p:cNvSpPr>
          <p:nvPr>
            <p:ph type="body" sz="quarter" idx="13" hasCustomPrompt="1"/>
          </p:nvPr>
        </p:nvSpPr>
        <p:spPr>
          <a:xfrm>
            <a:off x="695325" y="199474"/>
            <a:ext cx="10119053" cy="468000"/>
          </a:xfrm>
          <a:prstGeom prst="rect">
            <a:avLst/>
          </a:prstGeom>
        </p:spPr>
        <p:txBody>
          <a:bodyPr anchor="t">
            <a:noAutofit/>
          </a:bodyPr>
          <a:lstStyle>
            <a:lvl1pPr marL="0" indent="0">
              <a:buNone/>
              <a:defRPr sz="3000" b="1"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dirty="0"/>
              <a:t>Titel bearbeiten</a:t>
            </a:r>
          </a:p>
        </p:txBody>
      </p:sp>
      <p:sp>
        <p:nvSpPr>
          <p:cNvPr id="9" name="Textplatzhalter 20">
            <a:extLst>
              <a:ext uri="{FF2B5EF4-FFF2-40B4-BE49-F238E27FC236}">
                <a16:creationId xmlns:a16="http://schemas.microsoft.com/office/drawing/2014/main" id="{2A50F295-4FF4-9133-EA93-3E6485128B1B}"/>
              </a:ext>
            </a:extLst>
          </p:cNvPr>
          <p:cNvSpPr>
            <a:spLocks noGrp="1"/>
          </p:cNvSpPr>
          <p:nvPr>
            <p:ph type="body" sz="quarter" idx="25" hasCustomPrompt="1"/>
          </p:nvPr>
        </p:nvSpPr>
        <p:spPr>
          <a:xfrm>
            <a:off x="710624" y="813558"/>
            <a:ext cx="10119052" cy="338138"/>
          </a:xfrm>
          <a:prstGeom prst="rect">
            <a:avLst/>
          </a:prstGeom>
        </p:spPr>
        <p:txBody>
          <a:bodyPr/>
          <a:lstStyle>
            <a:lvl1pPr marL="0" indent="0">
              <a:buNone/>
              <a:defRPr sz="2000" b="1"/>
            </a:lvl1pPr>
          </a:lstStyle>
          <a:p>
            <a:pPr lvl="0"/>
            <a:r>
              <a:rPr lang="de-DE" dirty="0"/>
              <a:t>ggf. Unterüberschrift</a:t>
            </a:r>
          </a:p>
        </p:txBody>
      </p:sp>
    </p:spTree>
    <p:extLst>
      <p:ext uri="{BB962C8B-B14F-4D97-AF65-F5344CB8AC3E}">
        <p14:creationId xmlns:p14="http://schemas.microsoft.com/office/powerpoint/2010/main" val="1357656096"/>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guide id="3" orient="horz" pos="3158" userDrawn="1">
          <p15:clr>
            <a:srgbClr val="FBAE40"/>
          </p15:clr>
        </p15:guide>
        <p15:guide id="4" orient="horz" pos="363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und blauer Hintergrun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980B8758-FD68-4887-9646-FA83B8DC857B}"/>
              </a:ext>
            </a:extLst>
          </p:cNvPr>
          <p:cNvSpPr>
            <a:spLocks noChangeAspect="1"/>
          </p:cNvSpPr>
          <p:nvPr userDrawn="1"/>
        </p:nvSpPr>
        <p:spPr>
          <a:xfrm>
            <a:off x="0" y="1628774"/>
            <a:ext cx="12192000" cy="482441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Fußzeilenplatzhalter 4">
            <a:extLst>
              <a:ext uri="{FF2B5EF4-FFF2-40B4-BE49-F238E27FC236}">
                <a16:creationId xmlns:a16="http://schemas.microsoft.com/office/drawing/2014/main" id="{9D214575-EFD6-B053-9DB6-B270AEBFED75}"/>
              </a:ext>
            </a:extLst>
          </p:cNvPr>
          <p:cNvSpPr>
            <a:spLocks noGrp="1"/>
          </p:cNvSpPr>
          <p:nvPr>
            <p:ph type="ftr" sz="quarter" idx="14"/>
          </p:nvPr>
        </p:nvSpPr>
        <p:spPr>
          <a:xfrm>
            <a:off x="613834" y="6492875"/>
            <a:ext cx="7908241" cy="365125"/>
          </a:xfrm>
          <a:prstGeom prst="rect">
            <a:avLst/>
          </a:prstGeom>
        </p:spPr>
        <p:txBody>
          <a:bodyPr/>
          <a:lstStyle/>
          <a:p>
            <a:r>
              <a:rPr lang="de-DE"/>
              <a:t>OTH Regensburg | Piyushkumar Baldha | MEM Master Thesis</a:t>
            </a:r>
            <a:endParaRPr lang="de-DE" dirty="0"/>
          </a:p>
        </p:txBody>
      </p:sp>
      <p:sp>
        <p:nvSpPr>
          <p:cNvPr id="10" name="Foliennummernplatzhalter 4">
            <a:extLst>
              <a:ext uri="{FF2B5EF4-FFF2-40B4-BE49-F238E27FC236}">
                <a16:creationId xmlns:a16="http://schemas.microsoft.com/office/drawing/2014/main" id="{BAAFFCA8-6C08-CF69-5982-ED5CBC4A67F1}"/>
              </a:ext>
            </a:extLst>
          </p:cNvPr>
          <p:cNvSpPr>
            <a:spLocks noGrp="1"/>
          </p:cNvSpPr>
          <p:nvPr>
            <p:ph type="sldNum" sz="quarter" idx="4"/>
          </p:nvPr>
        </p:nvSpPr>
        <p:spPr>
          <a:xfrm>
            <a:off x="9344025" y="647962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298502-BA22-4927-B2ED-0A18FFA86FFE}" type="slidenum">
              <a:rPr lang="de-DE" smtClean="0"/>
              <a:pPr/>
              <a:t>‹#›</a:t>
            </a:fld>
            <a:endParaRPr lang="de-DE" dirty="0"/>
          </a:p>
        </p:txBody>
      </p:sp>
      <p:pic>
        <p:nvPicPr>
          <p:cNvPr id="3" name="Grafik 2">
            <a:extLst>
              <a:ext uri="{FF2B5EF4-FFF2-40B4-BE49-F238E27FC236}">
                <a16:creationId xmlns:a16="http://schemas.microsoft.com/office/drawing/2014/main" id="{EC837C79-D892-F510-6553-9A9FF2BA00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4668" y="166892"/>
            <a:ext cx="1004013" cy="778061"/>
          </a:xfrm>
          <a:prstGeom prst="rect">
            <a:avLst/>
          </a:prstGeom>
        </p:spPr>
      </p:pic>
      <p:cxnSp>
        <p:nvCxnSpPr>
          <p:cNvPr id="5" name="Gerader Verbinder 4">
            <a:extLst>
              <a:ext uri="{FF2B5EF4-FFF2-40B4-BE49-F238E27FC236}">
                <a16:creationId xmlns:a16="http://schemas.microsoft.com/office/drawing/2014/main" id="{FA5E1528-45A2-FE26-8EFD-B4989A8391AD}"/>
              </a:ext>
            </a:extLst>
          </p:cNvPr>
          <p:cNvCxnSpPr>
            <a:cxnSpLocks/>
          </p:cNvCxnSpPr>
          <p:nvPr userDrawn="1"/>
        </p:nvCxnSpPr>
        <p:spPr>
          <a:xfrm>
            <a:off x="713582" y="746389"/>
            <a:ext cx="0" cy="468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Textplatzhalter 12">
            <a:extLst>
              <a:ext uri="{FF2B5EF4-FFF2-40B4-BE49-F238E27FC236}">
                <a16:creationId xmlns:a16="http://schemas.microsoft.com/office/drawing/2014/main" id="{73A2B493-39CC-1831-88FE-302C54948DF2}"/>
              </a:ext>
            </a:extLst>
          </p:cNvPr>
          <p:cNvSpPr>
            <a:spLocks noGrp="1"/>
          </p:cNvSpPr>
          <p:nvPr>
            <p:ph type="body" sz="quarter" idx="13" hasCustomPrompt="1"/>
          </p:nvPr>
        </p:nvSpPr>
        <p:spPr>
          <a:xfrm>
            <a:off x="695325" y="199474"/>
            <a:ext cx="10119053" cy="468000"/>
          </a:xfrm>
          <a:prstGeom prst="rect">
            <a:avLst/>
          </a:prstGeom>
        </p:spPr>
        <p:txBody>
          <a:bodyPr anchor="t">
            <a:noAutofit/>
          </a:bodyPr>
          <a:lstStyle>
            <a:lvl1pPr marL="0" indent="0">
              <a:buNone/>
              <a:defRPr sz="3000" b="1"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dirty="0"/>
              <a:t>Titel bearbeiten</a:t>
            </a:r>
          </a:p>
        </p:txBody>
      </p:sp>
      <p:sp>
        <p:nvSpPr>
          <p:cNvPr id="8" name="Textplatzhalter 20">
            <a:extLst>
              <a:ext uri="{FF2B5EF4-FFF2-40B4-BE49-F238E27FC236}">
                <a16:creationId xmlns:a16="http://schemas.microsoft.com/office/drawing/2014/main" id="{4C9E4019-DA02-BAFA-E150-5F2737478077}"/>
              </a:ext>
            </a:extLst>
          </p:cNvPr>
          <p:cNvSpPr>
            <a:spLocks noGrp="1"/>
          </p:cNvSpPr>
          <p:nvPr>
            <p:ph type="body" sz="quarter" idx="25" hasCustomPrompt="1"/>
          </p:nvPr>
        </p:nvSpPr>
        <p:spPr>
          <a:xfrm>
            <a:off x="710624" y="813558"/>
            <a:ext cx="10119052" cy="338138"/>
          </a:xfrm>
          <a:prstGeom prst="rect">
            <a:avLst/>
          </a:prstGeom>
        </p:spPr>
        <p:txBody>
          <a:bodyPr/>
          <a:lstStyle>
            <a:lvl1pPr marL="0" indent="0">
              <a:buNone/>
              <a:defRPr sz="2000" b="1"/>
            </a:lvl1pPr>
          </a:lstStyle>
          <a:p>
            <a:pPr lvl="0"/>
            <a:r>
              <a:rPr lang="de-DE" dirty="0"/>
              <a:t>ggf. Unterüberschrift</a:t>
            </a:r>
          </a:p>
        </p:txBody>
      </p:sp>
    </p:spTree>
    <p:extLst>
      <p:ext uri="{BB962C8B-B14F-4D97-AF65-F5344CB8AC3E}">
        <p14:creationId xmlns:p14="http://schemas.microsoft.com/office/powerpoint/2010/main" val="888399336"/>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el und blauer Hintergrun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980B8758-FD68-4887-9646-FA83B8DC857B}"/>
              </a:ext>
            </a:extLst>
          </p:cNvPr>
          <p:cNvSpPr>
            <a:spLocks noChangeAspect="1"/>
          </p:cNvSpPr>
          <p:nvPr userDrawn="1"/>
        </p:nvSpPr>
        <p:spPr>
          <a:xfrm>
            <a:off x="0" y="1628774"/>
            <a:ext cx="12192000" cy="482441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a:extLst>
              <a:ext uri="{FF2B5EF4-FFF2-40B4-BE49-F238E27FC236}">
                <a16:creationId xmlns:a16="http://schemas.microsoft.com/office/drawing/2014/main" id="{0D7EC2AD-B910-9D38-DAD6-8230D05BBC96}"/>
              </a:ext>
            </a:extLst>
          </p:cNvPr>
          <p:cNvSpPr/>
          <p:nvPr/>
        </p:nvSpPr>
        <p:spPr>
          <a:xfrm>
            <a:off x="3848101" y="2437295"/>
            <a:ext cx="7648574" cy="3633305"/>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0" name="Gerader Verbinder 9">
            <a:extLst>
              <a:ext uri="{FF2B5EF4-FFF2-40B4-BE49-F238E27FC236}">
                <a16:creationId xmlns:a16="http://schemas.microsoft.com/office/drawing/2014/main" id="{EFB6736E-280A-B902-A03E-6B73ABBA9B3A}"/>
              </a:ext>
            </a:extLst>
          </p:cNvPr>
          <p:cNvCxnSpPr>
            <a:cxnSpLocks/>
          </p:cNvCxnSpPr>
          <p:nvPr userDrawn="1"/>
        </p:nvCxnSpPr>
        <p:spPr>
          <a:xfrm>
            <a:off x="3706201" y="2779075"/>
            <a:ext cx="43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 name="Bildplatzhalter 11">
            <a:extLst>
              <a:ext uri="{FF2B5EF4-FFF2-40B4-BE49-F238E27FC236}">
                <a16:creationId xmlns:a16="http://schemas.microsoft.com/office/drawing/2014/main" id="{A01B76AC-0E6D-6A71-3C5A-7961C1F44073}"/>
              </a:ext>
            </a:extLst>
          </p:cNvPr>
          <p:cNvSpPr>
            <a:spLocks noGrp="1"/>
          </p:cNvSpPr>
          <p:nvPr>
            <p:ph type="pic" sz="quarter" idx="16"/>
          </p:nvPr>
        </p:nvSpPr>
        <p:spPr>
          <a:xfrm>
            <a:off x="711200" y="2436813"/>
            <a:ext cx="3136900" cy="3633787"/>
          </a:xfrm>
          <a:prstGeom prst="rect">
            <a:avLst/>
          </a:prstGeom>
        </p:spPr>
        <p:txBody>
          <a:bodyPr/>
          <a:lstStyle>
            <a:lvl1pPr marL="0" indent="0">
              <a:buNone/>
              <a:defRPr/>
            </a:lvl1pPr>
          </a:lstStyle>
          <a:p>
            <a:endParaRPr lang="de-DE" dirty="0"/>
          </a:p>
        </p:txBody>
      </p:sp>
      <p:sp>
        <p:nvSpPr>
          <p:cNvPr id="14" name="Textplatzhalter 29">
            <a:extLst>
              <a:ext uri="{FF2B5EF4-FFF2-40B4-BE49-F238E27FC236}">
                <a16:creationId xmlns:a16="http://schemas.microsoft.com/office/drawing/2014/main" id="{22A386C0-259C-B17A-6883-3B44913C091A}"/>
              </a:ext>
            </a:extLst>
          </p:cNvPr>
          <p:cNvSpPr>
            <a:spLocks noGrp="1"/>
          </p:cNvSpPr>
          <p:nvPr>
            <p:ph type="body" sz="quarter" idx="22" hasCustomPrompt="1"/>
          </p:nvPr>
        </p:nvSpPr>
        <p:spPr>
          <a:xfrm>
            <a:off x="710624" y="1798542"/>
            <a:ext cx="10690801" cy="393082"/>
          </a:xfrm>
          <a:prstGeom prst="rect">
            <a:avLst/>
          </a:prstGeom>
        </p:spPr>
        <p:txBody>
          <a:bodyPr/>
          <a:lstStyle>
            <a:lvl1pPr marL="0" indent="0">
              <a:buNone/>
              <a:defRPr sz="2000" b="1"/>
            </a:lvl1pPr>
          </a:lstStyle>
          <a:p>
            <a:pPr lvl="0"/>
            <a:r>
              <a:rPr lang="de-DE" dirty="0"/>
              <a:t>Textfeld</a:t>
            </a:r>
          </a:p>
        </p:txBody>
      </p:sp>
      <p:sp>
        <p:nvSpPr>
          <p:cNvPr id="15" name="Textplatzhalter 24">
            <a:extLst>
              <a:ext uri="{FF2B5EF4-FFF2-40B4-BE49-F238E27FC236}">
                <a16:creationId xmlns:a16="http://schemas.microsoft.com/office/drawing/2014/main" id="{35780F4A-423F-E1A8-755F-9333C90C522C}"/>
              </a:ext>
            </a:extLst>
          </p:cNvPr>
          <p:cNvSpPr>
            <a:spLocks noGrp="1"/>
          </p:cNvSpPr>
          <p:nvPr>
            <p:ph type="body" sz="quarter" idx="21" hasCustomPrompt="1"/>
          </p:nvPr>
        </p:nvSpPr>
        <p:spPr>
          <a:xfrm>
            <a:off x="4152900" y="2534474"/>
            <a:ext cx="7181850" cy="436563"/>
          </a:xfrm>
          <a:prstGeom prst="rect">
            <a:avLst/>
          </a:prstGeom>
        </p:spPr>
        <p:txBody>
          <a:bodyPr/>
          <a:lstStyle>
            <a:lvl1pPr marL="0" indent="0">
              <a:buNone/>
              <a:defRPr sz="2000" b="1"/>
            </a:lvl1pPr>
          </a:lstStyle>
          <a:p>
            <a:pPr lvl="0"/>
            <a:r>
              <a:rPr lang="de-DE" dirty="0"/>
              <a:t>Text einfügen</a:t>
            </a:r>
          </a:p>
        </p:txBody>
      </p:sp>
      <p:sp>
        <p:nvSpPr>
          <p:cNvPr id="17" name="Textplatzhalter 24">
            <a:extLst>
              <a:ext uri="{FF2B5EF4-FFF2-40B4-BE49-F238E27FC236}">
                <a16:creationId xmlns:a16="http://schemas.microsoft.com/office/drawing/2014/main" id="{95ECF1F0-7A90-9EB1-9FBA-1304814AAD3A}"/>
              </a:ext>
            </a:extLst>
          </p:cNvPr>
          <p:cNvSpPr>
            <a:spLocks noGrp="1"/>
          </p:cNvSpPr>
          <p:nvPr>
            <p:ph type="body" sz="quarter" idx="20" hasCustomPrompt="1"/>
          </p:nvPr>
        </p:nvSpPr>
        <p:spPr>
          <a:xfrm>
            <a:off x="4152900" y="2986870"/>
            <a:ext cx="7181850" cy="2975780"/>
          </a:xfrm>
          <a:prstGeom prst="rect">
            <a:avLst/>
          </a:prstGeom>
        </p:spPr>
        <p:txBody>
          <a:bodyPr/>
          <a:lstStyle>
            <a:lvl1pPr marL="0" indent="0">
              <a:buNone/>
              <a:defRPr sz="2000" b="0"/>
            </a:lvl1pPr>
          </a:lstStyle>
          <a:p>
            <a:pPr lvl="0"/>
            <a:r>
              <a:rPr lang="de-DE" dirty="0"/>
              <a:t>Text einfügen</a:t>
            </a:r>
          </a:p>
        </p:txBody>
      </p:sp>
      <p:sp>
        <p:nvSpPr>
          <p:cNvPr id="19" name="Fußzeilenplatzhalter 4">
            <a:extLst>
              <a:ext uri="{FF2B5EF4-FFF2-40B4-BE49-F238E27FC236}">
                <a16:creationId xmlns:a16="http://schemas.microsoft.com/office/drawing/2014/main" id="{4005610B-85E6-A64F-4063-284680495F28}"/>
              </a:ext>
            </a:extLst>
          </p:cNvPr>
          <p:cNvSpPr>
            <a:spLocks noGrp="1"/>
          </p:cNvSpPr>
          <p:nvPr>
            <p:ph type="ftr" sz="quarter" idx="14"/>
          </p:nvPr>
        </p:nvSpPr>
        <p:spPr>
          <a:xfrm>
            <a:off x="613834" y="6492875"/>
            <a:ext cx="7908241" cy="365125"/>
          </a:xfrm>
          <a:prstGeom prst="rect">
            <a:avLst/>
          </a:prstGeom>
        </p:spPr>
        <p:txBody>
          <a:bodyPr/>
          <a:lstStyle/>
          <a:p>
            <a:r>
              <a:rPr lang="de-DE"/>
              <a:t>OTH Regensburg | Piyushkumar Baldha | MEM Master Thesis</a:t>
            </a:r>
            <a:endParaRPr lang="de-DE" dirty="0"/>
          </a:p>
        </p:txBody>
      </p:sp>
      <p:sp>
        <p:nvSpPr>
          <p:cNvPr id="20" name="Foliennummernplatzhalter 4">
            <a:extLst>
              <a:ext uri="{FF2B5EF4-FFF2-40B4-BE49-F238E27FC236}">
                <a16:creationId xmlns:a16="http://schemas.microsoft.com/office/drawing/2014/main" id="{D52AA5DE-D356-1E50-D05D-F5E71CCDC859}"/>
              </a:ext>
            </a:extLst>
          </p:cNvPr>
          <p:cNvSpPr>
            <a:spLocks noGrp="1"/>
          </p:cNvSpPr>
          <p:nvPr>
            <p:ph type="sldNum" sz="quarter" idx="4"/>
          </p:nvPr>
        </p:nvSpPr>
        <p:spPr>
          <a:xfrm>
            <a:off x="9344025" y="647962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298502-BA22-4927-B2ED-0A18FFA86FFE}" type="slidenum">
              <a:rPr lang="de-DE" smtClean="0"/>
              <a:pPr/>
              <a:t>‹#›</a:t>
            </a:fld>
            <a:endParaRPr lang="de-DE" dirty="0"/>
          </a:p>
        </p:txBody>
      </p:sp>
      <p:pic>
        <p:nvPicPr>
          <p:cNvPr id="3" name="Grafik 2">
            <a:extLst>
              <a:ext uri="{FF2B5EF4-FFF2-40B4-BE49-F238E27FC236}">
                <a16:creationId xmlns:a16="http://schemas.microsoft.com/office/drawing/2014/main" id="{8DF32513-E0C3-F682-75B9-26B65988471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4668" y="166892"/>
            <a:ext cx="1004013" cy="778061"/>
          </a:xfrm>
          <a:prstGeom prst="rect">
            <a:avLst/>
          </a:prstGeom>
        </p:spPr>
      </p:pic>
      <p:cxnSp>
        <p:nvCxnSpPr>
          <p:cNvPr id="5" name="Gerader Verbinder 4">
            <a:extLst>
              <a:ext uri="{FF2B5EF4-FFF2-40B4-BE49-F238E27FC236}">
                <a16:creationId xmlns:a16="http://schemas.microsoft.com/office/drawing/2014/main" id="{5D5A807D-B1D2-9D0C-2D9A-345F108D2D7F}"/>
              </a:ext>
            </a:extLst>
          </p:cNvPr>
          <p:cNvCxnSpPr>
            <a:cxnSpLocks/>
          </p:cNvCxnSpPr>
          <p:nvPr userDrawn="1"/>
        </p:nvCxnSpPr>
        <p:spPr>
          <a:xfrm>
            <a:off x="713582" y="746389"/>
            <a:ext cx="0" cy="468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Textplatzhalter 12">
            <a:extLst>
              <a:ext uri="{FF2B5EF4-FFF2-40B4-BE49-F238E27FC236}">
                <a16:creationId xmlns:a16="http://schemas.microsoft.com/office/drawing/2014/main" id="{F5C192A2-8F56-5374-9204-F936795E92FB}"/>
              </a:ext>
            </a:extLst>
          </p:cNvPr>
          <p:cNvSpPr>
            <a:spLocks noGrp="1"/>
          </p:cNvSpPr>
          <p:nvPr>
            <p:ph type="body" sz="quarter" idx="13" hasCustomPrompt="1"/>
          </p:nvPr>
        </p:nvSpPr>
        <p:spPr>
          <a:xfrm>
            <a:off x="695325" y="199474"/>
            <a:ext cx="10119053" cy="468000"/>
          </a:xfrm>
          <a:prstGeom prst="rect">
            <a:avLst/>
          </a:prstGeom>
        </p:spPr>
        <p:txBody>
          <a:bodyPr anchor="t">
            <a:noAutofit/>
          </a:bodyPr>
          <a:lstStyle>
            <a:lvl1pPr marL="0" indent="0">
              <a:buNone/>
              <a:defRPr sz="3000" b="1"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dirty="0"/>
              <a:t>Titel bearbeiten</a:t>
            </a:r>
          </a:p>
        </p:txBody>
      </p:sp>
      <p:sp>
        <p:nvSpPr>
          <p:cNvPr id="9" name="Textplatzhalter 20">
            <a:extLst>
              <a:ext uri="{FF2B5EF4-FFF2-40B4-BE49-F238E27FC236}">
                <a16:creationId xmlns:a16="http://schemas.microsoft.com/office/drawing/2014/main" id="{7D9927A2-9F51-FDD9-63FC-82B80463FA18}"/>
              </a:ext>
            </a:extLst>
          </p:cNvPr>
          <p:cNvSpPr>
            <a:spLocks noGrp="1"/>
          </p:cNvSpPr>
          <p:nvPr>
            <p:ph type="body" sz="quarter" idx="25" hasCustomPrompt="1"/>
          </p:nvPr>
        </p:nvSpPr>
        <p:spPr>
          <a:xfrm>
            <a:off x="710624" y="813558"/>
            <a:ext cx="10119052" cy="338138"/>
          </a:xfrm>
          <a:prstGeom prst="rect">
            <a:avLst/>
          </a:prstGeom>
        </p:spPr>
        <p:txBody>
          <a:bodyPr/>
          <a:lstStyle>
            <a:lvl1pPr marL="0" indent="0">
              <a:buNone/>
              <a:defRPr sz="2000" b="1"/>
            </a:lvl1pPr>
          </a:lstStyle>
          <a:p>
            <a:pPr lvl="0"/>
            <a:r>
              <a:rPr lang="de-DE" dirty="0"/>
              <a:t>ggf. Unterüberschrift</a:t>
            </a:r>
          </a:p>
        </p:txBody>
      </p:sp>
    </p:spTree>
    <p:extLst>
      <p:ext uri="{BB962C8B-B14F-4D97-AF65-F5344CB8AC3E}">
        <p14:creationId xmlns:p14="http://schemas.microsoft.com/office/powerpoint/2010/main" val="2499704718"/>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el und blauer Hintergrun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980B8758-FD68-4887-9646-FA83B8DC857B}"/>
              </a:ext>
            </a:extLst>
          </p:cNvPr>
          <p:cNvSpPr>
            <a:spLocks noChangeAspect="1"/>
          </p:cNvSpPr>
          <p:nvPr userDrawn="1"/>
        </p:nvSpPr>
        <p:spPr>
          <a:xfrm>
            <a:off x="0" y="1622242"/>
            <a:ext cx="12192000" cy="482441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a:extLst>
              <a:ext uri="{FF2B5EF4-FFF2-40B4-BE49-F238E27FC236}">
                <a16:creationId xmlns:a16="http://schemas.microsoft.com/office/drawing/2014/main" id="{3819551A-0FD0-47C5-5DBB-19FB1BEB93EA}"/>
              </a:ext>
            </a:extLst>
          </p:cNvPr>
          <p:cNvSpPr/>
          <p:nvPr/>
        </p:nvSpPr>
        <p:spPr>
          <a:xfrm>
            <a:off x="3871914" y="4425115"/>
            <a:ext cx="7648574" cy="1656733"/>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 name="Rechteck 9">
            <a:extLst>
              <a:ext uri="{FF2B5EF4-FFF2-40B4-BE49-F238E27FC236}">
                <a16:creationId xmlns:a16="http://schemas.microsoft.com/office/drawing/2014/main" id="{F9066979-42B2-A601-C58D-1BB4CF02DE8C}"/>
              </a:ext>
            </a:extLst>
          </p:cNvPr>
          <p:cNvSpPr/>
          <p:nvPr/>
        </p:nvSpPr>
        <p:spPr>
          <a:xfrm>
            <a:off x="3848101" y="2437295"/>
            <a:ext cx="7648574" cy="175287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4" name="Gerader Verbinder 13">
            <a:extLst>
              <a:ext uri="{FF2B5EF4-FFF2-40B4-BE49-F238E27FC236}">
                <a16:creationId xmlns:a16="http://schemas.microsoft.com/office/drawing/2014/main" id="{70064775-9F58-D536-1CB3-231CB1AAFC89}"/>
              </a:ext>
            </a:extLst>
          </p:cNvPr>
          <p:cNvCxnSpPr>
            <a:cxnSpLocks/>
          </p:cNvCxnSpPr>
          <p:nvPr userDrawn="1"/>
        </p:nvCxnSpPr>
        <p:spPr>
          <a:xfrm>
            <a:off x="3706201" y="2779075"/>
            <a:ext cx="432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EC8F89D5-64C5-1F4F-15C4-C2358D91AB4B}"/>
              </a:ext>
            </a:extLst>
          </p:cNvPr>
          <p:cNvCxnSpPr>
            <a:cxnSpLocks/>
          </p:cNvCxnSpPr>
          <p:nvPr userDrawn="1"/>
        </p:nvCxnSpPr>
        <p:spPr>
          <a:xfrm>
            <a:off x="3720900" y="4783294"/>
            <a:ext cx="43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0" name="Bildplatzhalter 19">
            <a:extLst>
              <a:ext uri="{FF2B5EF4-FFF2-40B4-BE49-F238E27FC236}">
                <a16:creationId xmlns:a16="http://schemas.microsoft.com/office/drawing/2014/main" id="{41D545E1-DBD6-9726-CC38-B1C6ABB9D0A2}"/>
              </a:ext>
            </a:extLst>
          </p:cNvPr>
          <p:cNvSpPr>
            <a:spLocks noGrp="1"/>
          </p:cNvSpPr>
          <p:nvPr>
            <p:ph type="pic" sz="quarter" idx="16"/>
          </p:nvPr>
        </p:nvSpPr>
        <p:spPr>
          <a:xfrm>
            <a:off x="695324" y="2436813"/>
            <a:ext cx="3152776" cy="1724025"/>
          </a:xfrm>
          <a:prstGeom prst="rect">
            <a:avLst/>
          </a:prstGeom>
        </p:spPr>
        <p:txBody>
          <a:bodyPr/>
          <a:lstStyle>
            <a:lvl1pPr marL="0" indent="0">
              <a:buNone/>
              <a:defRPr/>
            </a:lvl1pPr>
          </a:lstStyle>
          <a:p>
            <a:endParaRPr lang="de-DE" dirty="0"/>
          </a:p>
        </p:txBody>
      </p:sp>
      <p:sp>
        <p:nvSpPr>
          <p:cNvPr id="21" name="Bildplatzhalter 19">
            <a:extLst>
              <a:ext uri="{FF2B5EF4-FFF2-40B4-BE49-F238E27FC236}">
                <a16:creationId xmlns:a16="http://schemas.microsoft.com/office/drawing/2014/main" id="{910A2A80-2842-3262-4517-11ED166F3C54}"/>
              </a:ext>
            </a:extLst>
          </p:cNvPr>
          <p:cNvSpPr>
            <a:spLocks noGrp="1"/>
          </p:cNvSpPr>
          <p:nvPr>
            <p:ph type="pic" sz="quarter" idx="17"/>
          </p:nvPr>
        </p:nvSpPr>
        <p:spPr>
          <a:xfrm>
            <a:off x="695324" y="4425115"/>
            <a:ext cx="3152776" cy="1724025"/>
          </a:xfrm>
          <a:prstGeom prst="rect">
            <a:avLst/>
          </a:prstGeom>
        </p:spPr>
        <p:txBody>
          <a:bodyPr/>
          <a:lstStyle>
            <a:lvl1pPr marL="0" indent="0">
              <a:buNone/>
              <a:defRPr/>
            </a:lvl1pPr>
          </a:lstStyle>
          <a:p>
            <a:endParaRPr lang="de-DE" dirty="0"/>
          </a:p>
        </p:txBody>
      </p:sp>
      <p:sp>
        <p:nvSpPr>
          <p:cNvPr id="25" name="Textplatzhalter 24">
            <a:extLst>
              <a:ext uri="{FF2B5EF4-FFF2-40B4-BE49-F238E27FC236}">
                <a16:creationId xmlns:a16="http://schemas.microsoft.com/office/drawing/2014/main" id="{29A298FE-DB54-5F70-559B-758457CBD6DD}"/>
              </a:ext>
            </a:extLst>
          </p:cNvPr>
          <p:cNvSpPr>
            <a:spLocks noGrp="1"/>
          </p:cNvSpPr>
          <p:nvPr>
            <p:ph type="body" sz="quarter" idx="18" hasCustomPrompt="1"/>
          </p:nvPr>
        </p:nvSpPr>
        <p:spPr>
          <a:xfrm>
            <a:off x="4152900" y="4551795"/>
            <a:ext cx="7181850" cy="436563"/>
          </a:xfrm>
          <a:prstGeom prst="rect">
            <a:avLst/>
          </a:prstGeom>
        </p:spPr>
        <p:txBody>
          <a:bodyPr/>
          <a:lstStyle>
            <a:lvl1pPr marL="0" indent="0">
              <a:buNone/>
              <a:defRPr sz="2000" b="1"/>
            </a:lvl1pPr>
          </a:lstStyle>
          <a:p>
            <a:pPr lvl="0"/>
            <a:r>
              <a:rPr lang="de-DE" dirty="0"/>
              <a:t>Text einfügen</a:t>
            </a:r>
          </a:p>
        </p:txBody>
      </p:sp>
      <p:sp>
        <p:nvSpPr>
          <p:cNvPr id="26" name="Textplatzhalter 24">
            <a:extLst>
              <a:ext uri="{FF2B5EF4-FFF2-40B4-BE49-F238E27FC236}">
                <a16:creationId xmlns:a16="http://schemas.microsoft.com/office/drawing/2014/main" id="{B9A87946-E95C-B361-8439-6B013FEA9B2F}"/>
              </a:ext>
            </a:extLst>
          </p:cNvPr>
          <p:cNvSpPr>
            <a:spLocks noGrp="1"/>
          </p:cNvSpPr>
          <p:nvPr>
            <p:ph type="body" sz="quarter" idx="19" hasCustomPrompt="1"/>
          </p:nvPr>
        </p:nvSpPr>
        <p:spPr>
          <a:xfrm>
            <a:off x="4138201" y="4989752"/>
            <a:ext cx="7181850" cy="932500"/>
          </a:xfrm>
          <a:prstGeom prst="rect">
            <a:avLst/>
          </a:prstGeom>
        </p:spPr>
        <p:txBody>
          <a:bodyPr/>
          <a:lstStyle>
            <a:lvl1pPr marL="0" indent="0">
              <a:buNone/>
              <a:defRPr sz="2000" b="0"/>
            </a:lvl1pPr>
          </a:lstStyle>
          <a:p>
            <a:pPr lvl="0"/>
            <a:r>
              <a:rPr lang="de-DE" dirty="0"/>
              <a:t>Text einfügen</a:t>
            </a:r>
          </a:p>
        </p:txBody>
      </p:sp>
      <p:sp>
        <p:nvSpPr>
          <p:cNvPr id="27" name="Textplatzhalter 24">
            <a:extLst>
              <a:ext uri="{FF2B5EF4-FFF2-40B4-BE49-F238E27FC236}">
                <a16:creationId xmlns:a16="http://schemas.microsoft.com/office/drawing/2014/main" id="{5B3891CE-5F33-ADC7-5793-CC2068A4B396}"/>
              </a:ext>
            </a:extLst>
          </p:cNvPr>
          <p:cNvSpPr>
            <a:spLocks noGrp="1"/>
          </p:cNvSpPr>
          <p:nvPr>
            <p:ph type="body" sz="quarter" idx="20" hasCustomPrompt="1"/>
          </p:nvPr>
        </p:nvSpPr>
        <p:spPr>
          <a:xfrm>
            <a:off x="4152900" y="2986870"/>
            <a:ext cx="7181850" cy="1066905"/>
          </a:xfrm>
          <a:prstGeom prst="rect">
            <a:avLst/>
          </a:prstGeom>
        </p:spPr>
        <p:txBody>
          <a:bodyPr/>
          <a:lstStyle>
            <a:lvl1pPr marL="0" indent="0">
              <a:buNone/>
              <a:defRPr sz="2000" b="0"/>
            </a:lvl1pPr>
          </a:lstStyle>
          <a:p>
            <a:pPr lvl="0"/>
            <a:r>
              <a:rPr lang="de-DE" dirty="0"/>
              <a:t>Text einfügen</a:t>
            </a:r>
          </a:p>
        </p:txBody>
      </p:sp>
      <p:sp>
        <p:nvSpPr>
          <p:cNvPr id="28" name="Textplatzhalter 24">
            <a:extLst>
              <a:ext uri="{FF2B5EF4-FFF2-40B4-BE49-F238E27FC236}">
                <a16:creationId xmlns:a16="http://schemas.microsoft.com/office/drawing/2014/main" id="{8A9F594F-6C1D-F093-DC7E-D3A481A27C41}"/>
              </a:ext>
            </a:extLst>
          </p:cNvPr>
          <p:cNvSpPr>
            <a:spLocks noGrp="1"/>
          </p:cNvSpPr>
          <p:nvPr>
            <p:ph type="body" sz="quarter" idx="21" hasCustomPrompt="1"/>
          </p:nvPr>
        </p:nvSpPr>
        <p:spPr>
          <a:xfrm>
            <a:off x="4152900" y="2534474"/>
            <a:ext cx="7181850" cy="436563"/>
          </a:xfrm>
          <a:prstGeom prst="rect">
            <a:avLst/>
          </a:prstGeom>
        </p:spPr>
        <p:txBody>
          <a:bodyPr/>
          <a:lstStyle>
            <a:lvl1pPr marL="0" indent="0">
              <a:buNone/>
              <a:defRPr sz="2000" b="1"/>
            </a:lvl1pPr>
          </a:lstStyle>
          <a:p>
            <a:pPr lvl="0"/>
            <a:r>
              <a:rPr lang="de-DE" dirty="0"/>
              <a:t>Text einfügen</a:t>
            </a:r>
          </a:p>
        </p:txBody>
      </p:sp>
      <p:sp>
        <p:nvSpPr>
          <p:cNvPr id="30" name="Textplatzhalter 29">
            <a:extLst>
              <a:ext uri="{FF2B5EF4-FFF2-40B4-BE49-F238E27FC236}">
                <a16:creationId xmlns:a16="http://schemas.microsoft.com/office/drawing/2014/main" id="{34EBCDEC-5EA7-CCA7-C40B-790119932A1F}"/>
              </a:ext>
            </a:extLst>
          </p:cNvPr>
          <p:cNvSpPr>
            <a:spLocks noGrp="1"/>
          </p:cNvSpPr>
          <p:nvPr>
            <p:ph type="body" sz="quarter" idx="22" hasCustomPrompt="1"/>
          </p:nvPr>
        </p:nvSpPr>
        <p:spPr>
          <a:xfrm>
            <a:off x="710624" y="1798542"/>
            <a:ext cx="10690801" cy="393082"/>
          </a:xfrm>
          <a:prstGeom prst="rect">
            <a:avLst/>
          </a:prstGeom>
        </p:spPr>
        <p:txBody>
          <a:bodyPr/>
          <a:lstStyle>
            <a:lvl1pPr marL="0" indent="0">
              <a:buNone/>
              <a:defRPr sz="2000" b="1"/>
            </a:lvl1pPr>
          </a:lstStyle>
          <a:p>
            <a:pPr lvl="0"/>
            <a:r>
              <a:rPr lang="de-DE" dirty="0"/>
              <a:t>Textfeld</a:t>
            </a:r>
          </a:p>
        </p:txBody>
      </p:sp>
      <p:sp>
        <p:nvSpPr>
          <p:cNvPr id="32" name="Fußzeilenplatzhalter 4">
            <a:extLst>
              <a:ext uri="{FF2B5EF4-FFF2-40B4-BE49-F238E27FC236}">
                <a16:creationId xmlns:a16="http://schemas.microsoft.com/office/drawing/2014/main" id="{A191056D-0C62-47F0-3DD7-759AA20FF034}"/>
              </a:ext>
            </a:extLst>
          </p:cNvPr>
          <p:cNvSpPr>
            <a:spLocks noGrp="1"/>
          </p:cNvSpPr>
          <p:nvPr>
            <p:ph type="ftr" sz="quarter" idx="14"/>
          </p:nvPr>
        </p:nvSpPr>
        <p:spPr>
          <a:xfrm>
            <a:off x="613834" y="6492875"/>
            <a:ext cx="7908241" cy="365125"/>
          </a:xfrm>
          <a:prstGeom prst="rect">
            <a:avLst/>
          </a:prstGeom>
        </p:spPr>
        <p:txBody>
          <a:bodyPr/>
          <a:lstStyle/>
          <a:p>
            <a:r>
              <a:rPr lang="de-DE"/>
              <a:t>OTH Regensburg | Piyushkumar Baldha | MEM Master Thesis</a:t>
            </a:r>
            <a:endParaRPr lang="de-DE" dirty="0"/>
          </a:p>
        </p:txBody>
      </p:sp>
      <p:sp>
        <p:nvSpPr>
          <p:cNvPr id="33" name="Foliennummernplatzhalter 4">
            <a:extLst>
              <a:ext uri="{FF2B5EF4-FFF2-40B4-BE49-F238E27FC236}">
                <a16:creationId xmlns:a16="http://schemas.microsoft.com/office/drawing/2014/main" id="{C0755DE2-7C86-361D-3C1A-D6125376AAB2}"/>
              </a:ext>
            </a:extLst>
          </p:cNvPr>
          <p:cNvSpPr>
            <a:spLocks noGrp="1"/>
          </p:cNvSpPr>
          <p:nvPr>
            <p:ph type="sldNum" sz="quarter" idx="4"/>
          </p:nvPr>
        </p:nvSpPr>
        <p:spPr>
          <a:xfrm>
            <a:off x="9344025" y="647962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298502-BA22-4927-B2ED-0A18FFA86FFE}" type="slidenum">
              <a:rPr lang="de-DE" smtClean="0"/>
              <a:pPr/>
              <a:t>‹#›</a:t>
            </a:fld>
            <a:endParaRPr lang="de-DE" dirty="0"/>
          </a:p>
        </p:txBody>
      </p:sp>
      <p:pic>
        <p:nvPicPr>
          <p:cNvPr id="3" name="Grafik 2">
            <a:extLst>
              <a:ext uri="{FF2B5EF4-FFF2-40B4-BE49-F238E27FC236}">
                <a16:creationId xmlns:a16="http://schemas.microsoft.com/office/drawing/2014/main" id="{424060F0-28FD-A523-D224-9200449C7CD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4668" y="166892"/>
            <a:ext cx="1004013" cy="778061"/>
          </a:xfrm>
          <a:prstGeom prst="rect">
            <a:avLst/>
          </a:prstGeom>
        </p:spPr>
      </p:pic>
      <p:cxnSp>
        <p:nvCxnSpPr>
          <p:cNvPr id="5" name="Gerader Verbinder 4">
            <a:extLst>
              <a:ext uri="{FF2B5EF4-FFF2-40B4-BE49-F238E27FC236}">
                <a16:creationId xmlns:a16="http://schemas.microsoft.com/office/drawing/2014/main" id="{192B4EA7-F696-2C84-DCE6-D80B34A296BD}"/>
              </a:ext>
            </a:extLst>
          </p:cNvPr>
          <p:cNvCxnSpPr>
            <a:cxnSpLocks/>
          </p:cNvCxnSpPr>
          <p:nvPr userDrawn="1"/>
        </p:nvCxnSpPr>
        <p:spPr>
          <a:xfrm>
            <a:off x="713582" y="746389"/>
            <a:ext cx="0" cy="468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Textplatzhalter 12">
            <a:extLst>
              <a:ext uri="{FF2B5EF4-FFF2-40B4-BE49-F238E27FC236}">
                <a16:creationId xmlns:a16="http://schemas.microsoft.com/office/drawing/2014/main" id="{F80FD305-CCA1-5DF7-2BD0-FF850D160E25}"/>
              </a:ext>
            </a:extLst>
          </p:cNvPr>
          <p:cNvSpPr>
            <a:spLocks noGrp="1"/>
          </p:cNvSpPr>
          <p:nvPr>
            <p:ph type="body" sz="quarter" idx="13" hasCustomPrompt="1"/>
          </p:nvPr>
        </p:nvSpPr>
        <p:spPr>
          <a:xfrm>
            <a:off x="695325" y="199474"/>
            <a:ext cx="10119053" cy="468000"/>
          </a:xfrm>
          <a:prstGeom prst="rect">
            <a:avLst/>
          </a:prstGeom>
        </p:spPr>
        <p:txBody>
          <a:bodyPr anchor="t">
            <a:noAutofit/>
          </a:bodyPr>
          <a:lstStyle>
            <a:lvl1pPr marL="0" indent="0">
              <a:buNone/>
              <a:defRPr sz="3000" b="1"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dirty="0"/>
              <a:t>Titel bearbeiten</a:t>
            </a:r>
          </a:p>
        </p:txBody>
      </p:sp>
      <p:sp>
        <p:nvSpPr>
          <p:cNvPr id="9" name="Textplatzhalter 20">
            <a:extLst>
              <a:ext uri="{FF2B5EF4-FFF2-40B4-BE49-F238E27FC236}">
                <a16:creationId xmlns:a16="http://schemas.microsoft.com/office/drawing/2014/main" id="{C143AA74-2CD7-94FF-130C-05D59A8EAA7C}"/>
              </a:ext>
            </a:extLst>
          </p:cNvPr>
          <p:cNvSpPr>
            <a:spLocks noGrp="1"/>
          </p:cNvSpPr>
          <p:nvPr>
            <p:ph type="body" sz="quarter" idx="25" hasCustomPrompt="1"/>
          </p:nvPr>
        </p:nvSpPr>
        <p:spPr>
          <a:xfrm>
            <a:off x="710624" y="813558"/>
            <a:ext cx="10119052" cy="338138"/>
          </a:xfrm>
          <a:prstGeom prst="rect">
            <a:avLst/>
          </a:prstGeom>
        </p:spPr>
        <p:txBody>
          <a:bodyPr/>
          <a:lstStyle>
            <a:lvl1pPr marL="0" indent="0">
              <a:buNone/>
              <a:defRPr sz="2000" b="1"/>
            </a:lvl1pPr>
          </a:lstStyle>
          <a:p>
            <a:pPr lvl="0"/>
            <a:r>
              <a:rPr lang="de-DE" dirty="0"/>
              <a:t>ggf. Unterüberschrift</a:t>
            </a:r>
          </a:p>
        </p:txBody>
      </p:sp>
    </p:spTree>
    <p:extLst>
      <p:ext uri="{BB962C8B-B14F-4D97-AF65-F5344CB8AC3E}">
        <p14:creationId xmlns:p14="http://schemas.microsoft.com/office/powerpoint/2010/main" val="2749493928"/>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el und blauer Hintergrun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980B8758-FD68-4887-9646-FA83B8DC857B}"/>
              </a:ext>
            </a:extLst>
          </p:cNvPr>
          <p:cNvSpPr>
            <a:spLocks noChangeAspect="1"/>
          </p:cNvSpPr>
          <p:nvPr userDrawn="1"/>
        </p:nvSpPr>
        <p:spPr>
          <a:xfrm>
            <a:off x="0" y="1622242"/>
            <a:ext cx="12192000" cy="482441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a:extLst>
              <a:ext uri="{FF2B5EF4-FFF2-40B4-BE49-F238E27FC236}">
                <a16:creationId xmlns:a16="http://schemas.microsoft.com/office/drawing/2014/main" id="{3819551A-0FD0-47C5-5DBB-19FB1BEB93EA}"/>
              </a:ext>
            </a:extLst>
          </p:cNvPr>
          <p:cNvSpPr/>
          <p:nvPr/>
        </p:nvSpPr>
        <p:spPr>
          <a:xfrm>
            <a:off x="710624" y="4425115"/>
            <a:ext cx="10809864" cy="1656733"/>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 name="Rechteck 9">
            <a:extLst>
              <a:ext uri="{FF2B5EF4-FFF2-40B4-BE49-F238E27FC236}">
                <a16:creationId xmlns:a16="http://schemas.microsoft.com/office/drawing/2014/main" id="{F9066979-42B2-A601-C58D-1BB4CF02DE8C}"/>
              </a:ext>
            </a:extLst>
          </p:cNvPr>
          <p:cNvSpPr/>
          <p:nvPr/>
        </p:nvSpPr>
        <p:spPr>
          <a:xfrm>
            <a:off x="710624" y="2437295"/>
            <a:ext cx="10786051" cy="175287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4" name="Gerader Verbinder 13">
            <a:extLst>
              <a:ext uri="{FF2B5EF4-FFF2-40B4-BE49-F238E27FC236}">
                <a16:creationId xmlns:a16="http://schemas.microsoft.com/office/drawing/2014/main" id="{70064775-9F58-D536-1CB3-231CB1AAFC89}"/>
              </a:ext>
            </a:extLst>
          </p:cNvPr>
          <p:cNvCxnSpPr>
            <a:cxnSpLocks/>
          </p:cNvCxnSpPr>
          <p:nvPr userDrawn="1"/>
        </p:nvCxnSpPr>
        <p:spPr>
          <a:xfrm>
            <a:off x="705826" y="2779075"/>
            <a:ext cx="432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EC8F89D5-64C5-1F4F-15C4-C2358D91AB4B}"/>
              </a:ext>
            </a:extLst>
          </p:cNvPr>
          <p:cNvCxnSpPr>
            <a:cxnSpLocks/>
          </p:cNvCxnSpPr>
          <p:nvPr userDrawn="1"/>
        </p:nvCxnSpPr>
        <p:spPr>
          <a:xfrm>
            <a:off x="701475" y="4783294"/>
            <a:ext cx="43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5" name="Textplatzhalter 24">
            <a:extLst>
              <a:ext uri="{FF2B5EF4-FFF2-40B4-BE49-F238E27FC236}">
                <a16:creationId xmlns:a16="http://schemas.microsoft.com/office/drawing/2014/main" id="{29A298FE-DB54-5F70-559B-758457CBD6DD}"/>
              </a:ext>
            </a:extLst>
          </p:cNvPr>
          <p:cNvSpPr>
            <a:spLocks noGrp="1"/>
          </p:cNvSpPr>
          <p:nvPr>
            <p:ph type="body" sz="quarter" idx="18" hasCustomPrompt="1"/>
          </p:nvPr>
        </p:nvSpPr>
        <p:spPr>
          <a:xfrm>
            <a:off x="1142624" y="4551795"/>
            <a:ext cx="10192126" cy="436563"/>
          </a:xfrm>
          <a:prstGeom prst="rect">
            <a:avLst/>
          </a:prstGeom>
        </p:spPr>
        <p:txBody>
          <a:bodyPr/>
          <a:lstStyle>
            <a:lvl1pPr marL="0" indent="0">
              <a:buNone/>
              <a:defRPr sz="2000" b="1"/>
            </a:lvl1pPr>
          </a:lstStyle>
          <a:p>
            <a:pPr lvl="0"/>
            <a:r>
              <a:rPr lang="de-DE" dirty="0"/>
              <a:t>Text einfügen</a:t>
            </a:r>
          </a:p>
        </p:txBody>
      </p:sp>
      <p:sp>
        <p:nvSpPr>
          <p:cNvPr id="26" name="Textplatzhalter 24">
            <a:extLst>
              <a:ext uri="{FF2B5EF4-FFF2-40B4-BE49-F238E27FC236}">
                <a16:creationId xmlns:a16="http://schemas.microsoft.com/office/drawing/2014/main" id="{B9A87946-E95C-B361-8439-6B013FEA9B2F}"/>
              </a:ext>
            </a:extLst>
          </p:cNvPr>
          <p:cNvSpPr>
            <a:spLocks noGrp="1"/>
          </p:cNvSpPr>
          <p:nvPr>
            <p:ph type="body" sz="quarter" idx="19" hasCustomPrompt="1"/>
          </p:nvPr>
        </p:nvSpPr>
        <p:spPr>
          <a:xfrm>
            <a:off x="1133475" y="4989752"/>
            <a:ext cx="10186576" cy="932500"/>
          </a:xfrm>
          <a:prstGeom prst="rect">
            <a:avLst/>
          </a:prstGeom>
        </p:spPr>
        <p:txBody>
          <a:bodyPr/>
          <a:lstStyle>
            <a:lvl1pPr marL="0" indent="0">
              <a:buNone/>
              <a:defRPr sz="2000" b="0"/>
            </a:lvl1pPr>
          </a:lstStyle>
          <a:p>
            <a:pPr lvl="0"/>
            <a:r>
              <a:rPr lang="de-DE" dirty="0"/>
              <a:t>Text einfügen</a:t>
            </a:r>
          </a:p>
        </p:txBody>
      </p:sp>
      <p:sp>
        <p:nvSpPr>
          <p:cNvPr id="27" name="Textplatzhalter 24">
            <a:extLst>
              <a:ext uri="{FF2B5EF4-FFF2-40B4-BE49-F238E27FC236}">
                <a16:creationId xmlns:a16="http://schemas.microsoft.com/office/drawing/2014/main" id="{5B3891CE-5F33-ADC7-5793-CC2068A4B396}"/>
              </a:ext>
            </a:extLst>
          </p:cNvPr>
          <p:cNvSpPr>
            <a:spLocks noGrp="1"/>
          </p:cNvSpPr>
          <p:nvPr>
            <p:ph type="body" sz="quarter" idx="20" hasCustomPrompt="1"/>
          </p:nvPr>
        </p:nvSpPr>
        <p:spPr>
          <a:xfrm>
            <a:off x="1133475" y="2986870"/>
            <a:ext cx="10201275" cy="1066905"/>
          </a:xfrm>
          <a:prstGeom prst="rect">
            <a:avLst/>
          </a:prstGeom>
        </p:spPr>
        <p:txBody>
          <a:bodyPr/>
          <a:lstStyle>
            <a:lvl1pPr marL="0" indent="0">
              <a:buNone/>
              <a:defRPr sz="2000" b="0"/>
            </a:lvl1pPr>
          </a:lstStyle>
          <a:p>
            <a:pPr lvl="0"/>
            <a:r>
              <a:rPr lang="de-DE" dirty="0"/>
              <a:t>Text einfügen</a:t>
            </a:r>
          </a:p>
        </p:txBody>
      </p:sp>
      <p:sp>
        <p:nvSpPr>
          <p:cNvPr id="28" name="Textplatzhalter 24">
            <a:extLst>
              <a:ext uri="{FF2B5EF4-FFF2-40B4-BE49-F238E27FC236}">
                <a16:creationId xmlns:a16="http://schemas.microsoft.com/office/drawing/2014/main" id="{8A9F594F-6C1D-F093-DC7E-D3A481A27C41}"/>
              </a:ext>
            </a:extLst>
          </p:cNvPr>
          <p:cNvSpPr>
            <a:spLocks noGrp="1"/>
          </p:cNvSpPr>
          <p:nvPr>
            <p:ph type="body" sz="quarter" idx="21" hasCustomPrompt="1"/>
          </p:nvPr>
        </p:nvSpPr>
        <p:spPr>
          <a:xfrm>
            <a:off x="1133475" y="2534474"/>
            <a:ext cx="10201275" cy="436563"/>
          </a:xfrm>
          <a:prstGeom prst="rect">
            <a:avLst/>
          </a:prstGeom>
        </p:spPr>
        <p:txBody>
          <a:bodyPr/>
          <a:lstStyle>
            <a:lvl1pPr marL="0" indent="0">
              <a:buNone/>
              <a:defRPr sz="2000" b="1"/>
            </a:lvl1pPr>
          </a:lstStyle>
          <a:p>
            <a:pPr lvl="0"/>
            <a:r>
              <a:rPr lang="de-DE" dirty="0"/>
              <a:t>Text einfügen</a:t>
            </a:r>
          </a:p>
        </p:txBody>
      </p:sp>
      <p:sp>
        <p:nvSpPr>
          <p:cNvPr id="30" name="Textplatzhalter 29">
            <a:extLst>
              <a:ext uri="{FF2B5EF4-FFF2-40B4-BE49-F238E27FC236}">
                <a16:creationId xmlns:a16="http://schemas.microsoft.com/office/drawing/2014/main" id="{34EBCDEC-5EA7-CCA7-C40B-790119932A1F}"/>
              </a:ext>
            </a:extLst>
          </p:cNvPr>
          <p:cNvSpPr>
            <a:spLocks noGrp="1"/>
          </p:cNvSpPr>
          <p:nvPr>
            <p:ph type="body" sz="quarter" idx="22" hasCustomPrompt="1"/>
          </p:nvPr>
        </p:nvSpPr>
        <p:spPr>
          <a:xfrm>
            <a:off x="710624" y="1798542"/>
            <a:ext cx="10690801" cy="393082"/>
          </a:xfrm>
          <a:prstGeom prst="rect">
            <a:avLst/>
          </a:prstGeom>
        </p:spPr>
        <p:txBody>
          <a:bodyPr/>
          <a:lstStyle>
            <a:lvl1pPr marL="0" indent="0">
              <a:buNone/>
              <a:defRPr sz="2000" b="1"/>
            </a:lvl1pPr>
          </a:lstStyle>
          <a:p>
            <a:pPr lvl="0"/>
            <a:r>
              <a:rPr lang="de-DE" dirty="0"/>
              <a:t>Textfeld</a:t>
            </a:r>
          </a:p>
        </p:txBody>
      </p:sp>
      <p:sp>
        <p:nvSpPr>
          <p:cNvPr id="8" name="Fußzeilenplatzhalter 4">
            <a:extLst>
              <a:ext uri="{FF2B5EF4-FFF2-40B4-BE49-F238E27FC236}">
                <a16:creationId xmlns:a16="http://schemas.microsoft.com/office/drawing/2014/main" id="{13B323C9-E8CC-A337-4A93-166FB8259C37}"/>
              </a:ext>
            </a:extLst>
          </p:cNvPr>
          <p:cNvSpPr>
            <a:spLocks noGrp="1"/>
          </p:cNvSpPr>
          <p:nvPr>
            <p:ph type="ftr" sz="quarter" idx="14"/>
          </p:nvPr>
        </p:nvSpPr>
        <p:spPr>
          <a:xfrm>
            <a:off x="613834" y="6492875"/>
            <a:ext cx="7908241" cy="365125"/>
          </a:xfrm>
          <a:prstGeom prst="rect">
            <a:avLst/>
          </a:prstGeom>
        </p:spPr>
        <p:txBody>
          <a:bodyPr/>
          <a:lstStyle/>
          <a:p>
            <a:r>
              <a:rPr lang="de-DE"/>
              <a:t>OTH Regensburg | Piyushkumar Baldha | MEM Master Thesis</a:t>
            </a:r>
            <a:endParaRPr lang="de-DE" dirty="0"/>
          </a:p>
        </p:txBody>
      </p:sp>
      <p:sp>
        <p:nvSpPr>
          <p:cNvPr id="9" name="Foliennummernplatzhalter 4">
            <a:extLst>
              <a:ext uri="{FF2B5EF4-FFF2-40B4-BE49-F238E27FC236}">
                <a16:creationId xmlns:a16="http://schemas.microsoft.com/office/drawing/2014/main" id="{EF7BFD03-0F1F-2CE8-677D-9CB46DD2D3BA}"/>
              </a:ext>
            </a:extLst>
          </p:cNvPr>
          <p:cNvSpPr>
            <a:spLocks noGrp="1"/>
          </p:cNvSpPr>
          <p:nvPr>
            <p:ph type="sldNum" sz="quarter" idx="4"/>
          </p:nvPr>
        </p:nvSpPr>
        <p:spPr>
          <a:xfrm>
            <a:off x="9344025" y="647962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298502-BA22-4927-B2ED-0A18FFA86FFE}" type="slidenum">
              <a:rPr lang="de-DE" smtClean="0"/>
              <a:pPr/>
              <a:t>‹#›</a:t>
            </a:fld>
            <a:endParaRPr lang="de-DE" dirty="0"/>
          </a:p>
        </p:txBody>
      </p:sp>
      <p:pic>
        <p:nvPicPr>
          <p:cNvPr id="4" name="Grafik 3">
            <a:extLst>
              <a:ext uri="{FF2B5EF4-FFF2-40B4-BE49-F238E27FC236}">
                <a16:creationId xmlns:a16="http://schemas.microsoft.com/office/drawing/2014/main" id="{16869481-6AF3-3DF0-080D-B3616F4F63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4668" y="166892"/>
            <a:ext cx="1004013" cy="778061"/>
          </a:xfrm>
          <a:prstGeom prst="rect">
            <a:avLst/>
          </a:prstGeom>
        </p:spPr>
      </p:pic>
      <p:cxnSp>
        <p:nvCxnSpPr>
          <p:cNvPr id="3" name="Gerader Verbinder 2">
            <a:extLst>
              <a:ext uri="{FF2B5EF4-FFF2-40B4-BE49-F238E27FC236}">
                <a16:creationId xmlns:a16="http://schemas.microsoft.com/office/drawing/2014/main" id="{26128C33-BBE4-CC72-2071-D37311CCB2DF}"/>
              </a:ext>
            </a:extLst>
          </p:cNvPr>
          <p:cNvCxnSpPr>
            <a:cxnSpLocks/>
          </p:cNvCxnSpPr>
          <p:nvPr userDrawn="1"/>
        </p:nvCxnSpPr>
        <p:spPr>
          <a:xfrm>
            <a:off x="713582" y="746389"/>
            <a:ext cx="0" cy="468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1" name="Textplatzhalter 12">
            <a:extLst>
              <a:ext uri="{FF2B5EF4-FFF2-40B4-BE49-F238E27FC236}">
                <a16:creationId xmlns:a16="http://schemas.microsoft.com/office/drawing/2014/main" id="{A7C14F01-817D-EA38-D5A3-7B456411489B}"/>
              </a:ext>
            </a:extLst>
          </p:cNvPr>
          <p:cNvSpPr>
            <a:spLocks noGrp="1"/>
          </p:cNvSpPr>
          <p:nvPr>
            <p:ph type="body" sz="quarter" idx="13" hasCustomPrompt="1"/>
          </p:nvPr>
        </p:nvSpPr>
        <p:spPr>
          <a:xfrm>
            <a:off x="695325" y="199474"/>
            <a:ext cx="10119053" cy="468000"/>
          </a:xfrm>
          <a:prstGeom prst="rect">
            <a:avLst/>
          </a:prstGeom>
        </p:spPr>
        <p:txBody>
          <a:bodyPr anchor="t">
            <a:noAutofit/>
          </a:bodyPr>
          <a:lstStyle>
            <a:lvl1pPr marL="0" indent="0">
              <a:buNone/>
              <a:defRPr sz="3000" b="1"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dirty="0"/>
              <a:t>Titel bearbeiten</a:t>
            </a:r>
          </a:p>
        </p:txBody>
      </p:sp>
      <p:sp>
        <p:nvSpPr>
          <p:cNvPr id="12" name="Textplatzhalter 20">
            <a:extLst>
              <a:ext uri="{FF2B5EF4-FFF2-40B4-BE49-F238E27FC236}">
                <a16:creationId xmlns:a16="http://schemas.microsoft.com/office/drawing/2014/main" id="{B191F81E-D8A5-F8BF-8A55-24DCF23BF087}"/>
              </a:ext>
            </a:extLst>
          </p:cNvPr>
          <p:cNvSpPr>
            <a:spLocks noGrp="1"/>
          </p:cNvSpPr>
          <p:nvPr>
            <p:ph type="body" sz="quarter" idx="25" hasCustomPrompt="1"/>
          </p:nvPr>
        </p:nvSpPr>
        <p:spPr>
          <a:xfrm>
            <a:off x="710624" y="813558"/>
            <a:ext cx="10119052" cy="338138"/>
          </a:xfrm>
          <a:prstGeom prst="rect">
            <a:avLst/>
          </a:prstGeom>
        </p:spPr>
        <p:txBody>
          <a:bodyPr/>
          <a:lstStyle>
            <a:lvl1pPr marL="0" indent="0">
              <a:buNone/>
              <a:defRPr sz="2000" b="1"/>
            </a:lvl1pPr>
          </a:lstStyle>
          <a:p>
            <a:pPr lvl="0"/>
            <a:r>
              <a:rPr lang="de-DE" dirty="0"/>
              <a:t>ggf. Unterüberschrift</a:t>
            </a:r>
          </a:p>
        </p:txBody>
      </p:sp>
    </p:spTree>
    <p:extLst>
      <p:ext uri="{BB962C8B-B14F-4D97-AF65-F5344CB8AC3E}">
        <p14:creationId xmlns:p14="http://schemas.microsoft.com/office/powerpoint/2010/main" val="3408926396"/>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rei Textfelder">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8BC3FE31-E2C6-9443-8841-FB40252E9D0B}"/>
              </a:ext>
            </a:extLst>
          </p:cNvPr>
          <p:cNvSpPr>
            <a:spLocks noChangeAspect="1"/>
          </p:cNvSpPr>
          <p:nvPr userDrawn="1"/>
        </p:nvSpPr>
        <p:spPr>
          <a:xfrm>
            <a:off x="0" y="1628774"/>
            <a:ext cx="12192000" cy="482441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a:extLst>
              <a:ext uri="{FF2B5EF4-FFF2-40B4-BE49-F238E27FC236}">
                <a16:creationId xmlns:a16="http://schemas.microsoft.com/office/drawing/2014/main" id="{DEFB9660-8374-3228-CB56-A9FD214469B8}"/>
              </a:ext>
            </a:extLst>
          </p:cNvPr>
          <p:cNvSpPr/>
          <p:nvPr userDrawn="1"/>
        </p:nvSpPr>
        <p:spPr>
          <a:xfrm>
            <a:off x="613834" y="2095080"/>
            <a:ext cx="3423696" cy="3877781"/>
          </a:xfrm>
          <a:prstGeom prst="rect">
            <a:avLst/>
          </a:prstGeom>
          <a:solidFill>
            <a:schemeClr val="bg1"/>
          </a:solidFill>
          <a:ln>
            <a:noFill/>
          </a:ln>
          <a:effectLst>
            <a:outerShdw blurRad="508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11" name="Gerader Verbinder 10">
            <a:extLst>
              <a:ext uri="{FF2B5EF4-FFF2-40B4-BE49-F238E27FC236}">
                <a16:creationId xmlns:a16="http://schemas.microsoft.com/office/drawing/2014/main" id="{5B6C40A7-DC20-6E47-3852-CB0BAD767A25}"/>
              </a:ext>
            </a:extLst>
          </p:cNvPr>
          <p:cNvCxnSpPr>
            <a:cxnSpLocks/>
          </p:cNvCxnSpPr>
          <p:nvPr userDrawn="1"/>
        </p:nvCxnSpPr>
        <p:spPr>
          <a:xfrm>
            <a:off x="710624" y="2525075"/>
            <a:ext cx="360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ACD9E848-7371-3907-48B0-3B079CB92308}"/>
              </a:ext>
            </a:extLst>
          </p:cNvPr>
          <p:cNvCxnSpPr>
            <a:cxnSpLocks/>
          </p:cNvCxnSpPr>
          <p:nvPr userDrawn="1"/>
        </p:nvCxnSpPr>
        <p:spPr>
          <a:xfrm>
            <a:off x="4390565" y="2525075"/>
            <a:ext cx="360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3" name="Textplatzhalter 22">
            <a:extLst>
              <a:ext uri="{FF2B5EF4-FFF2-40B4-BE49-F238E27FC236}">
                <a16:creationId xmlns:a16="http://schemas.microsoft.com/office/drawing/2014/main" id="{E7EF4F2D-B42E-A374-C3FE-200848ADF860}"/>
              </a:ext>
            </a:extLst>
          </p:cNvPr>
          <p:cNvSpPr>
            <a:spLocks noGrp="1"/>
          </p:cNvSpPr>
          <p:nvPr>
            <p:ph type="body" sz="quarter" idx="14" hasCustomPrompt="1"/>
          </p:nvPr>
        </p:nvSpPr>
        <p:spPr>
          <a:xfrm>
            <a:off x="1079567" y="2309018"/>
            <a:ext cx="2976563" cy="552170"/>
          </a:xfrm>
          <a:prstGeom prst="rect">
            <a:avLst/>
          </a:prstGeom>
        </p:spPr>
        <p:txBody>
          <a:bodyPr/>
          <a:lstStyle>
            <a:lvl1pPr marL="0" indent="0">
              <a:buNone/>
              <a:defRPr sz="2000" b="1"/>
            </a:lvl1pPr>
          </a:lstStyle>
          <a:p>
            <a:pPr lvl="0"/>
            <a:r>
              <a:rPr lang="de-DE" dirty="0"/>
              <a:t>Textfeld</a:t>
            </a:r>
          </a:p>
          <a:p>
            <a:pPr lvl="0"/>
            <a:endParaRPr lang="de-DE" dirty="0"/>
          </a:p>
        </p:txBody>
      </p:sp>
      <p:sp>
        <p:nvSpPr>
          <p:cNvPr id="26" name="Textplatzhalter 25">
            <a:extLst>
              <a:ext uri="{FF2B5EF4-FFF2-40B4-BE49-F238E27FC236}">
                <a16:creationId xmlns:a16="http://schemas.microsoft.com/office/drawing/2014/main" id="{6E5C804A-160B-AC4E-54E7-09F1A1C84369}"/>
              </a:ext>
            </a:extLst>
          </p:cNvPr>
          <p:cNvSpPr>
            <a:spLocks noGrp="1"/>
          </p:cNvSpPr>
          <p:nvPr>
            <p:ph type="body" sz="quarter" idx="15" hasCustomPrompt="1"/>
          </p:nvPr>
        </p:nvSpPr>
        <p:spPr>
          <a:xfrm>
            <a:off x="1079500" y="2860675"/>
            <a:ext cx="2957513" cy="2911475"/>
          </a:xfrm>
          <a:prstGeom prst="rect">
            <a:avLst/>
          </a:prstGeom>
        </p:spPr>
        <p:txBody>
          <a:bodyPr/>
          <a:lstStyle>
            <a:lvl1pPr marL="0" indent="0">
              <a:buNone/>
              <a:defRPr sz="2000"/>
            </a:lvl1pPr>
          </a:lstStyle>
          <a:p>
            <a:pPr lvl="0"/>
            <a:r>
              <a:rPr lang="de-DE" dirty="0"/>
              <a:t>Textfeld</a:t>
            </a:r>
          </a:p>
        </p:txBody>
      </p:sp>
      <p:sp>
        <p:nvSpPr>
          <p:cNvPr id="29" name="Rechteck 28">
            <a:extLst>
              <a:ext uri="{FF2B5EF4-FFF2-40B4-BE49-F238E27FC236}">
                <a16:creationId xmlns:a16="http://schemas.microsoft.com/office/drawing/2014/main" id="{96A59546-35ED-E2C6-6F6C-784E608883DF}"/>
              </a:ext>
            </a:extLst>
          </p:cNvPr>
          <p:cNvSpPr/>
          <p:nvPr userDrawn="1"/>
        </p:nvSpPr>
        <p:spPr>
          <a:xfrm>
            <a:off x="4383635" y="2095080"/>
            <a:ext cx="3423696" cy="3877781"/>
          </a:xfrm>
          <a:prstGeom prst="rect">
            <a:avLst/>
          </a:prstGeom>
          <a:solidFill>
            <a:schemeClr val="bg1"/>
          </a:solidFill>
          <a:ln>
            <a:noFill/>
          </a:ln>
          <a:effectLst>
            <a:outerShdw blurRad="508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30" name="Gerader Verbinder 29">
            <a:extLst>
              <a:ext uri="{FF2B5EF4-FFF2-40B4-BE49-F238E27FC236}">
                <a16:creationId xmlns:a16="http://schemas.microsoft.com/office/drawing/2014/main" id="{898597E2-E0F9-02EF-D088-A460B046E3E8}"/>
              </a:ext>
            </a:extLst>
          </p:cNvPr>
          <p:cNvCxnSpPr>
            <a:cxnSpLocks/>
          </p:cNvCxnSpPr>
          <p:nvPr userDrawn="1"/>
        </p:nvCxnSpPr>
        <p:spPr>
          <a:xfrm>
            <a:off x="4484744" y="2527002"/>
            <a:ext cx="360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1" name="Textplatzhalter 22">
            <a:extLst>
              <a:ext uri="{FF2B5EF4-FFF2-40B4-BE49-F238E27FC236}">
                <a16:creationId xmlns:a16="http://schemas.microsoft.com/office/drawing/2014/main" id="{F2A6CF1C-EF2E-89E7-28E0-0EF17BC7069E}"/>
              </a:ext>
            </a:extLst>
          </p:cNvPr>
          <p:cNvSpPr>
            <a:spLocks noGrp="1"/>
          </p:cNvSpPr>
          <p:nvPr>
            <p:ph type="body" sz="quarter" idx="16" hasCustomPrompt="1"/>
          </p:nvPr>
        </p:nvSpPr>
        <p:spPr>
          <a:xfrm>
            <a:off x="4847872" y="2309018"/>
            <a:ext cx="2976563" cy="552170"/>
          </a:xfrm>
          <a:prstGeom prst="rect">
            <a:avLst/>
          </a:prstGeom>
        </p:spPr>
        <p:txBody>
          <a:bodyPr/>
          <a:lstStyle>
            <a:lvl1pPr marL="0" indent="0">
              <a:buNone/>
              <a:defRPr sz="2000" b="1"/>
            </a:lvl1pPr>
          </a:lstStyle>
          <a:p>
            <a:pPr lvl="0"/>
            <a:r>
              <a:rPr lang="de-DE" dirty="0"/>
              <a:t>Textfeld</a:t>
            </a:r>
          </a:p>
          <a:p>
            <a:pPr lvl="0"/>
            <a:endParaRPr lang="de-DE" dirty="0"/>
          </a:p>
        </p:txBody>
      </p:sp>
      <p:sp>
        <p:nvSpPr>
          <p:cNvPr id="32" name="Textplatzhalter 25">
            <a:extLst>
              <a:ext uri="{FF2B5EF4-FFF2-40B4-BE49-F238E27FC236}">
                <a16:creationId xmlns:a16="http://schemas.microsoft.com/office/drawing/2014/main" id="{D171C924-7B6D-C913-F20F-214851F38B89}"/>
              </a:ext>
            </a:extLst>
          </p:cNvPr>
          <p:cNvSpPr>
            <a:spLocks noGrp="1"/>
          </p:cNvSpPr>
          <p:nvPr>
            <p:ph type="body" sz="quarter" idx="17" hasCustomPrompt="1"/>
          </p:nvPr>
        </p:nvSpPr>
        <p:spPr>
          <a:xfrm>
            <a:off x="4849818" y="2860674"/>
            <a:ext cx="2957513" cy="2911475"/>
          </a:xfrm>
          <a:prstGeom prst="rect">
            <a:avLst/>
          </a:prstGeom>
        </p:spPr>
        <p:txBody>
          <a:bodyPr/>
          <a:lstStyle>
            <a:lvl1pPr marL="0" indent="0">
              <a:buNone/>
              <a:defRPr sz="2000"/>
            </a:lvl1pPr>
          </a:lstStyle>
          <a:p>
            <a:pPr lvl="0"/>
            <a:r>
              <a:rPr lang="de-DE" dirty="0"/>
              <a:t>Textfeld</a:t>
            </a:r>
          </a:p>
        </p:txBody>
      </p:sp>
      <p:sp>
        <p:nvSpPr>
          <p:cNvPr id="34" name="Rechteck 33">
            <a:extLst>
              <a:ext uri="{FF2B5EF4-FFF2-40B4-BE49-F238E27FC236}">
                <a16:creationId xmlns:a16="http://schemas.microsoft.com/office/drawing/2014/main" id="{9F73F2C6-56EC-D26F-6B6B-579C3669E36B}"/>
              </a:ext>
            </a:extLst>
          </p:cNvPr>
          <p:cNvSpPr/>
          <p:nvPr userDrawn="1"/>
        </p:nvSpPr>
        <p:spPr>
          <a:xfrm>
            <a:off x="8154470" y="2095080"/>
            <a:ext cx="3423696" cy="3877781"/>
          </a:xfrm>
          <a:prstGeom prst="rect">
            <a:avLst/>
          </a:prstGeom>
          <a:solidFill>
            <a:schemeClr val="bg1"/>
          </a:solidFill>
          <a:ln>
            <a:noFill/>
          </a:ln>
          <a:effectLst>
            <a:outerShdw blurRad="508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35" name="Gerader Verbinder 34">
            <a:extLst>
              <a:ext uri="{FF2B5EF4-FFF2-40B4-BE49-F238E27FC236}">
                <a16:creationId xmlns:a16="http://schemas.microsoft.com/office/drawing/2014/main" id="{430A903C-91B4-A8E6-1322-E78F99998903}"/>
              </a:ext>
            </a:extLst>
          </p:cNvPr>
          <p:cNvCxnSpPr>
            <a:cxnSpLocks/>
          </p:cNvCxnSpPr>
          <p:nvPr userDrawn="1"/>
        </p:nvCxnSpPr>
        <p:spPr>
          <a:xfrm>
            <a:off x="8251260" y="2525075"/>
            <a:ext cx="360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6" name="Textplatzhalter 22">
            <a:extLst>
              <a:ext uri="{FF2B5EF4-FFF2-40B4-BE49-F238E27FC236}">
                <a16:creationId xmlns:a16="http://schemas.microsoft.com/office/drawing/2014/main" id="{90661A22-D1B8-F5BC-C7F5-ED93502549E1}"/>
              </a:ext>
            </a:extLst>
          </p:cNvPr>
          <p:cNvSpPr>
            <a:spLocks noGrp="1"/>
          </p:cNvSpPr>
          <p:nvPr>
            <p:ph type="body" sz="quarter" idx="18" hasCustomPrompt="1"/>
          </p:nvPr>
        </p:nvSpPr>
        <p:spPr>
          <a:xfrm>
            <a:off x="8620203" y="2309018"/>
            <a:ext cx="2976563" cy="552170"/>
          </a:xfrm>
          <a:prstGeom prst="rect">
            <a:avLst/>
          </a:prstGeom>
        </p:spPr>
        <p:txBody>
          <a:bodyPr/>
          <a:lstStyle>
            <a:lvl1pPr marL="0" indent="0">
              <a:buNone/>
              <a:defRPr sz="2000" b="1"/>
            </a:lvl1pPr>
          </a:lstStyle>
          <a:p>
            <a:pPr lvl="0"/>
            <a:r>
              <a:rPr lang="de-DE" dirty="0"/>
              <a:t>Textfeld</a:t>
            </a:r>
          </a:p>
          <a:p>
            <a:pPr lvl="0"/>
            <a:endParaRPr lang="de-DE" dirty="0"/>
          </a:p>
        </p:txBody>
      </p:sp>
      <p:sp>
        <p:nvSpPr>
          <p:cNvPr id="37" name="Textplatzhalter 25">
            <a:extLst>
              <a:ext uri="{FF2B5EF4-FFF2-40B4-BE49-F238E27FC236}">
                <a16:creationId xmlns:a16="http://schemas.microsoft.com/office/drawing/2014/main" id="{26CB9107-D74C-5B9D-E29A-359960340E71}"/>
              </a:ext>
            </a:extLst>
          </p:cNvPr>
          <p:cNvSpPr>
            <a:spLocks noGrp="1"/>
          </p:cNvSpPr>
          <p:nvPr>
            <p:ph type="body" sz="quarter" idx="19" hasCustomPrompt="1"/>
          </p:nvPr>
        </p:nvSpPr>
        <p:spPr>
          <a:xfrm>
            <a:off x="8620136" y="2860675"/>
            <a:ext cx="2957513" cy="2911475"/>
          </a:xfrm>
          <a:prstGeom prst="rect">
            <a:avLst/>
          </a:prstGeom>
        </p:spPr>
        <p:txBody>
          <a:bodyPr/>
          <a:lstStyle>
            <a:lvl1pPr marL="0" indent="0">
              <a:buNone/>
              <a:defRPr sz="2000"/>
            </a:lvl1pPr>
          </a:lstStyle>
          <a:p>
            <a:pPr lvl="0"/>
            <a:r>
              <a:rPr lang="de-DE" dirty="0"/>
              <a:t>Textfeld</a:t>
            </a:r>
          </a:p>
        </p:txBody>
      </p:sp>
      <p:sp>
        <p:nvSpPr>
          <p:cNvPr id="45" name="Fußzeilenplatzhalter 4">
            <a:extLst>
              <a:ext uri="{FF2B5EF4-FFF2-40B4-BE49-F238E27FC236}">
                <a16:creationId xmlns:a16="http://schemas.microsoft.com/office/drawing/2014/main" id="{936879A0-DF07-CF92-4FD4-C5C3BABB7AB6}"/>
              </a:ext>
            </a:extLst>
          </p:cNvPr>
          <p:cNvSpPr>
            <a:spLocks noGrp="1"/>
          </p:cNvSpPr>
          <p:nvPr>
            <p:ph type="ftr" sz="quarter" idx="26"/>
          </p:nvPr>
        </p:nvSpPr>
        <p:spPr>
          <a:xfrm>
            <a:off x="613834" y="6492875"/>
            <a:ext cx="7908241" cy="365125"/>
          </a:xfrm>
          <a:prstGeom prst="rect">
            <a:avLst/>
          </a:prstGeom>
        </p:spPr>
        <p:txBody>
          <a:bodyPr/>
          <a:lstStyle/>
          <a:p>
            <a:r>
              <a:rPr lang="de-DE"/>
              <a:t>OTH Regensburg | Piyushkumar Baldha | MEM Master Thesis</a:t>
            </a:r>
            <a:endParaRPr lang="de-DE" dirty="0"/>
          </a:p>
        </p:txBody>
      </p:sp>
      <p:sp>
        <p:nvSpPr>
          <p:cNvPr id="46" name="Foliennummernplatzhalter 4">
            <a:extLst>
              <a:ext uri="{FF2B5EF4-FFF2-40B4-BE49-F238E27FC236}">
                <a16:creationId xmlns:a16="http://schemas.microsoft.com/office/drawing/2014/main" id="{A396AEBE-BB93-8015-082A-0F6357EC54F8}"/>
              </a:ext>
            </a:extLst>
          </p:cNvPr>
          <p:cNvSpPr>
            <a:spLocks noGrp="1"/>
          </p:cNvSpPr>
          <p:nvPr>
            <p:ph type="sldNum" sz="quarter" idx="4"/>
          </p:nvPr>
        </p:nvSpPr>
        <p:spPr>
          <a:xfrm>
            <a:off x="9344025" y="647962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298502-BA22-4927-B2ED-0A18FFA86FFE}" type="slidenum">
              <a:rPr lang="de-DE" smtClean="0"/>
              <a:pPr/>
              <a:t>‹#›</a:t>
            </a:fld>
            <a:endParaRPr lang="de-DE" dirty="0"/>
          </a:p>
        </p:txBody>
      </p:sp>
      <p:pic>
        <p:nvPicPr>
          <p:cNvPr id="3" name="Grafik 2">
            <a:extLst>
              <a:ext uri="{FF2B5EF4-FFF2-40B4-BE49-F238E27FC236}">
                <a16:creationId xmlns:a16="http://schemas.microsoft.com/office/drawing/2014/main" id="{BA4FBCDB-79E9-38AB-7F97-74B0D8B7B44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94668" y="166892"/>
            <a:ext cx="1004013" cy="778061"/>
          </a:xfrm>
          <a:prstGeom prst="rect">
            <a:avLst/>
          </a:prstGeom>
        </p:spPr>
      </p:pic>
      <p:cxnSp>
        <p:nvCxnSpPr>
          <p:cNvPr id="6" name="Gerader Verbinder 5">
            <a:extLst>
              <a:ext uri="{FF2B5EF4-FFF2-40B4-BE49-F238E27FC236}">
                <a16:creationId xmlns:a16="http://schemas.microsoft.com/office/drawing/2014/main" id="{CD2D8EEF-5DC1-E20D-D01C-9C40EA2C1E80}"/>
              </a:ext>
            </a:extLst>
          </p:cNvPr>
          <p:cNvCxnSpPr>
            <a:cxnSpLocks/>
          </p:cNvCxnSpPr>
          <p:nvPr userDrawn="1"/>
        </p:nvCxnSpPr>
        <p:spPr>
          <a:xfrm>
            <a:off x="713582" y="746389"/>
            <a:ext cx="0" cy="468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Textplatzhalter 12">
            <a:extLst>
              <a:ext uri="{FF2B5EF4-FFF2-40B4-BE49-F238E27FC236}">
                <a16:creationId xmlns:a16="http://schemas.microsoft.com/office/drawing/2014/main" id="{C27EC152-24A1-EDC8-ABAD-F2AD3942D2B5}"/>
              </a:ext>
            </a:extLst>
          </p:cNvPr>
          <p:cNvSpPr>
            <a:spLocks noGrp="1"/>
          </p:cNvSpPr>
          <p:nvPr>
            <p:ph type="body" sz="quarter" idx="13" hasCustomPrompt="1"/>
          </p:nvPr>
        </p:nvSpPr>
        <p:spPr>
          <a:xfrm>
            <a:off x="695325" y="199474"/>
            <a:ext cx="10119053" cy="468000"/>
          </a:xfrm>
          <a:prstGeom prst="rect">
            <a:avLst/>
          </a:prstGeom>
        </p:spPr>
        <p:txBody>
          <a:bodyPr anchor="t">
            <a:noAutofit/>
          </a:bodyPr>
          <a:lstStyle>
            <a:lvl1pPr marL="0" indent="0">
              <a:buNone/>
              <a:defRPr sz="3000" b="1"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dirty="0"/>
              <a:t>Titel bearbeiten</a:t>
            </a:r>
          </a:p>
        </p:txBody>
      </p:sp>
      <p:sp>
        <p:nvSpPr>
          <p:cNvPr id="9" name="Textplatzhalter 20">
            <a:extLst>
              <a:ext uri="{FF2B5EF4-FFF2-40B4-BE49-F238E27FC236}">
                <a16:creationId xmlns:a16="http://schemas.microsoft.com/office/drawing/2014/main" id="{06B2760C-AB6A-87FB-57A8-D7B45355B377}"/>
              </a:ext>
            </a:extLst>
          </p:cNvPr>
          <p:cNvSpPr>
            <a:spLocks noGrp="1"/>
          </p:cNvSpPr>
          <p:nvPr>
            <p:ph type="body" sz="quarter" idx="25" hasCustomPrompt="1"/>
          </p:nvPr>
        </p:nvSpPr>
        <p:spPr>
          <a:xfrm>
            <a:off x="710624" y="813558"/>
            <a:ext cx="10119052" cy="338138"/>
          </a:xfrm>
          <a:prstGeom prst="rect">
            <a:avLst/>
          </a:prstGeom>
        </p:spPr>
        <p:txBody>
          <a:bodyPr/>
          <a:lstStyle>
            <a:lvl1pPr marL="0" indent="0">
              <a:buNone/>
              <a:defRPr sz="2000" b="1"/>
            </a:lvl1pPr>
          </a:lstStyle>
          <a:p>
            <a:pPr lvl="0"/>
            <a:r>
              <a:rPr lang="de-DE" dirty="0"/>
              <a:t>ggf. Unterüberschrift</a:t>
            </a:r>
          </a:p>
        </p:txBody>
      </p:sp>
    </p:spTree>
    <p:extLst>
      <p:ext uri="{BB962C8B-B14F-4D97-AF65-F5344CB8AC3E}">
        <p14:creationId xmlns:p14="http://schemas.microsoft.com/office/powerpoint/2010/main" val="10828753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C9E49E1A-7003-4CA7-B6B3-AF5B08189AE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0293" r="-299" b="1081"/>
          <a:stretch/>
        </p:blipFill>
        <p:spPr>
          <a:xfrm>
            <a:off x="1197331" y="2018513"/>
            <a:ext cx="10801350" cy="4472992"/>
          </a:xfrm>
          <a:prstGeom prst="rect">
            <a:avLst/>
          </a:prstGeom>
        </p:spPr>
      </p:pic>
      <p:sp>
        <p:nvSpPr>
          <p:cNvPr id="11" name="Rechteck 10">
            <a:extLst>
              <a:ext uri="{FF2B5EF4-FFF2-40B4-BE49-F238E27FC236}">
                <a16:creationId xmlns:a16="http://schemas.microsoft.com/office/drawing/2014/main" id="{81442B9A-23E1-4857-AD54-70B3C448BAFF}"/>
              </a:ext>
            </a:extLst>
          </p:cNvPr>
          <p:cNvSpPr>
            <a:spLocks noChangeAspect="1"/>
          </p:cNvSpPr>
          <p:nvPr userDrawn="1"/>
        </p:nvSpPr>
        <p:spPr>
          <a:xfrm>
            <a:off x="710624" y="1642974"/>
            <a:ext cx="10770752" cy="4472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feld 2">
            <a:extLst>
              <a:ext uri="{FF2B5EF4-FFF2-40B4-BE49-F238E27FC236}">
                <a16:creationId xmlns:a16="http://schemas.microsoft.com/office/drawing/2014/main" id="{15DB58E8-0799-4ADD-9842-FB22AF810EB1}"/>
              </a:ext>
            </a:extLst>
          </p:cNvPr>
          <p:cNvSpPr txBox="1"/>
          <p:nvPr userDrawn="1"/>
        </p:nvSpPr>
        <p:spPr>
          <a:xfrm>
            <a:off x="1142911" y="2030996"/>
            <a:ext cx="8534400" cy="400110"/>
          </a:xfrm>
          <a:prstGeom prst="rect">
            <a:avLst/>
          </a:prstGeom>
          <a:noFill/>
        </p:spPr>
        <p:txBody>
          <a:bodyPr wrap="square" rtlCol="0">
            <a:spAutoFit/>
          </a:bodyPr>
          <a:lstStyle/>
          <a:p>
            <a:r>
              <a:rPr lang="de-DE" sz="2000" b="1" cap="all" baseline="0" dirty="0">
                <a:solidFill>
                  <a:schemeClr val="bg1"/>
                </a:solidFill>
              </a:rPr>
              <a:t>OTH Regensburg</a:t>
            </a:r>
          </a:p>
        </p:txBody>
      </p:sp>
      <p:cxnSp>
        <p:nvCxnSpPr>
          <p:cNvPr id="15" name="Gerader Verbinder 14">
            <a:extLst>
              <a:ext uri="{FF2B5EF4-FFF2-40B4-BE49-F238E27FC236}">
                <a16:creationId xmlns:a16="http://schemas.microsoft.com/office/drawing/2014/main" id="{AE963170-CC3F-4B7B-A43C-FBA26EAE0A46}"/>
              </a:ext>
            </a:extLst>
          </p:cNvPr>
          <p:cNvCxnSpPr>
            <a:cxnSpLocks/>
          </p:cNvCxnSpPr>
          <p:nvPr userDrawn="1"/>
        </p:nvCxnSpPr>
        <p:spPr>
          <a:xfrm>
            <a:off x="1314876" y="3981283"/>
            <a:ext cx="0" cy="15989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C006D23E-43EA-49CC-B81F-F395BF7782C0}"/>
              </a:ext>
            </a:extLst>
          </p:cNvPr>
          <p:cNvSpPr txBox="1"/>
          <p:nvPr userDrawn="1"/>
        </p:nvSpPr>
        <p:spPr>
          <a:xfrm rot="16200000">
            <a:off x="-343425" y="4157606"/>
            <a:ext cx="3342003" cy="400110"/>
          </a:xfrm>
          <a:prstGeom prst="rect">
            <a:avLst/>
          </a:prstGeom>
          <a:noFill/>
        </p:spPr>
        <p:txBody>
          <a:bodyPr wrap="square" rtlCol="0">
            <a:spAutoFit/>
          </a:bodyPr>
          <a:lstStyle/>
          <a:p>
            <a:pPr algn="r"/>
            <a:r>
              <a:rPr lang="de-DE" sz="2000" cap="all" dirty="0">
                <a:solidFill>
                  <a:schemeClr val="bg1"/>
                </a:solidFill>
              </a:rPr>
              <a:t>   Kontakt</a:t>
            </a:r>
          </a:p>
        </p:txBody>
      </p:sp>
      <p:sp>
        <p:nvSpPr>
          <p:cNvPr id="23" name="Textplatzhalter 12">
            <a:extLst>
              <a:ext uri="{FF2B5EF4-FFF2-40B4-BE49-F238E27FC236}">
                <a16:creationId xmlns:a16="http://schemas.microsoft.com/office/drawing/2014/main" id="{70EEBAD6-CF66-459F-BEB4-801DC8B62947}"/>
              </a:ext>
            </a:extLst>
          </p:cNvPr>
          <p:cNvSpPr>
            <a:spLocks noGrp="1"/>
          </p:cNvSpPr>
          <p:nvPr>
            <p:ph type="body" sz="quarter" idx="14" hasCustomPrompt="1"/>
          </p:nvPr>
        </p:nvSpPr>
        <p:spPr>
          <a:xfrm>
            <a:off x="6133674" y="2838819"/>
            <a:ext cx="4479529" cy="2154884"/>
          </a:xfrm>
          <a:prstGeom prst="rect">
            <a:avLst/>
          </a:prstGeom>
        </p:spPr>
        <p:txBody>
          <a:bodyPr anchor="t">
            <a:noAutofit/>
          </a:bodyPr>
          <a:lstStyle>
            <a:lvl1pPr marL="0" indent="0">
              <a:buNone/>
              <a:defRPr sz="2000" b="0" cap="none" baseline="0">
                <a:solidFill>
                  <a:schemeClr val="bg1"/>
                </a:solidFill>
              </a:defRPr>
            </a:lvl1pPr>
            <a:lvl2pPr>
              <a:defRPr sz="2900" b="1" cap="all" baseline="0"/>
            </a:lvl2pPr>
            <a:lvl3pPr>
              <a:defRPr sz="2900" b="1" cap="all" baseline="0"/>
            </a:lvl3pPr>
            <a:lvl4pPr>
              <a:defRPr sz="2900" b="1" cap="all" baseline="0"/>
            </a:lvl4pPr>
            <a:lvl5pPr>
              <a:defRPr sz="2900" b="1" cap="all" baseline="0"/>
            </a:lvl5pPr>
          </a:lstStyle>
          <a:p>
            <a:pPr lvl="0"/>
            <a:r>
              <a:rPr lang="de-DE" dirty="0"/>
              <a:t>Optional:</a:t>
            </a:r>
            <a:br>
              <a:rPr lang="de-DE" dirty="0"/>
            </a:br>
            <a:r>
              <a:rPr lang="de-DE" dirty="0" err="1"/>
              <a:t>Ansprechpartner:in</a:t>
            </a:r>
            <a:r>
              <a:rPr lang="de-DE" dirty="0"/>
              <a:t> einfügen</a:t>
            </a:r>
          </a:p>
        </p:txBody>
      </p:sp>
      <p:pic>
        <p:nvPicPr>
          <p:cNvPr id="5" name="Grafik 4">
            <a:extLst>
              <a:ext uri="{FF2B5EF4-FFF2-40B4-BE49-F238E27FC236}">
                <a16:creationId xmlns:a16="http://schemas.microsoft.com/office/drawing/2014/main" id="{FA74D429-EDD3-4B03-8E14-3D9851A95F4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92466" y="4642725"/>
            <a:ext cx="324000" cy="350978"/>
          </a:xfrm>
          <a:prstGeom prst="rect">
            <a:avLst/>
          </a:prstGeom>
        </p:spPr>
      </p:pic>
      <p:pic>
        <p:nvPicPr>
          <p:cNvPr id="25" name="Grafik 24">
            <a:extLst>
              <a:ext uri="{FF2B5EF4-FFF2-40B4-BE49-F238E27FC236}">
                <a16:creationId xmlns:a16="http://schemas.microsoft.com/office/drawing/2014/main" id="{6C2387BD-6900-4367-983C-AB1978B6CF2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16391" y="3669011"/>
            <a:ext cx="432000" cy="467971"/>
          </a:xfrm>
          <a:prstGeom prst="rect">
            <a:avLst/>
          </a:prstGeom>
        </p:spPr>
      </p:pic>
      <p:pic>
        <p:nvPicPr>
          <p:cNvPr id="27" name="Grafik 26">
            <a:extLst>
              <a:ext uri="{FF2B5EF4-FFF2-40B4-BE49-F238E27FC236}">
                <a16:creationId xmlns:a16="http://schemas.microsoft.com/office/drawing/2014/main" id="{DFD78A3E-8653-4EAC-9E2C-3E00D7E8694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92466" y="2803299"/>
            <a:ext cx="324000" cy="350978"/>
          </a:xfrm>
          <a:prstGeom prst="rect">
            <a:avLst/>
          </a:prstGeom>
        </p:spPr>
      </p:pic>
      <p:sp>
        <p:nvSpPr>
          <p:cNvPr id="10" name="Fußzeilenplatzhalter 4">
            <a:extLst>
              <a:ext uri="{FF2B5EF4-FFF2-40B4-BE49-F238E27FC236}">
                <a16:creationId xmlns:a16="http://schemas.microsoft.com/office/drawing/2014/main" id="{66A0E902-529D-6DA1-01E0-2025FB756975}"/>
              </a:ext>
            </a:extLst>
          </p:cNvPr>
          <p:cNvSpPr>
            <a:spLocks noGrp="1"/>
          </p:cNvSpPr>
          <p:nvPr>
            <p:ph type="ftr" sz="quarter" idx="26"/>
          </p:nvPr>
        </p:nvSpPr>
        <p:spPr>
          <a:xfrm>
            <a:off x="613834" y="6492875"/>
            <a:ext cx="7908241" cy="365125"/>
          </a:xfrm>
          <a:prstGeom prst="rect">
            <a:avLst/>
          </a:prstGeom>
        </p:spPr>
        <p:txBody>
          <a:bodyPr/>
          <a:lstStyle/>
          <a:p>
            <a:r>
              <a:rPr lang="de-DE"/>
              <a:t>OTH Regensburg | Piyushkumar Baldha | MEM Master Thesis</a:t>
            </a:r>
            <a:endParaRPr lang="de-DE" dirty="0"/>
          </a:p>
        </p:txBody>
      </p:sp>
      <p:sp>
        <p:nvSpPr>
          <p:cNvPr id="16" name="Foliennummernplatzhalter 4">
            <a:extLst>
              <a:ext uri="{FF2B5EF4-FFF2-40B4-BE49-F238E27FC236}">
                <a16:creationId xmlns:a16="http://schemas.microsoft.com/office/drawing/2014/main" id="{2E63D08A-E1A5-45B9-430F-A50934C23BB3}"/>
              </a:ext>
            </a:extLst>
          </p:cNvPr>
          <p:cNvSpPr>
            <a:spLocks noGrp="1"/>
          </p:cNvSpPr>
          <p:nvPr>
            <p:ph type="sldNum" sz="quarter" idx="4"/>
          </p:nvPr>
        </p:nvSpPr>
        <p:spPr>
          <a:xfrm>
            <a:off x="9344025" y="647962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298502-BA22-4927-B2ED-0A18FFA86FFE}" type="slidenum">
              <a:rPr lang="de-DE" smtClean="0"/>
              <a:pPr/>
              <a:t>‹#›</a:t>
            </a:fld>
            <a:endParaRPr lang="de-DE" dirty="0"/>
          </a:p>
        </p:txBody>
      </p:sp>
      <p:pic>
        <p:nvPicPr>
          <p:cNvPr id="4" name="Grafik 3">
            <a:extLst>
              <a:ext uri="{FF2B5EF4-FFF2-40B4-BE49-F238E27FC236}">
                <a16:creationId xmlns:a16="http://schemas.microsoft.com/office/drawing/2014/main" id="{58AA45F2-28D0-B433-F4D9-4E17E6A3EAE6}"/>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994668" y="166892"/>
            <a:ext cx="1004013" cy="778061"/>
          </a:xfrm>
          <a:prstGeom prst="rect">
            <a:avLst/>
          </a:prstGeom>
        </p:spPr>
      </p:pic>
      <p:cxnSp>
        <p:nvCxnSpPr>
          <p:cNvPr id="2" name="Gerader Verbinder 1">
            <a:extLst>
              <a:ext uri="{FF2B5EF4-FFF2-40B4-BE49-F238E27FC236}">
                <a16:creationId xmlns:a16="http://schemas.microsoft.com/office/drawing/2014/main" id="{5688EFCE-97F4-CFB9-D917-D9C32832B7F1}"/>
              </a:ext>
            </a:extLst>
          </p:cNvPr>
          <p:cNvCxnSpPr>
            <a:cxnSpLocks/>
          </p:cNvCxnSpPr>
          <p:nvPr userDrawn="1"/>
        </p:nvCxnSpPr>
        <p:spPr>
          <a:xfrm>
            <a:off x="713582" y="746389"/>
            <a:ext cx="0" cy="468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Textplatzhalter 12">
            <a:extLst>
              <a:ext uri="{FF2B5EF4-FFF2-40B4-BE49-F238E27FC236}">
                <a16:creationId xmlns:a16="http://schemas.microsoft.com/office/drawing/2014/main" id="{5B5BDE01-73B8-1CF0-6A00-F823303BC04E}"/>
              </a:ext>
            </a:extLst>
          </p:cNvPr>
          <p:cNvSpPr>
            <a:spLocks noGrp="1"/>
          </p:cNvSpPr>
          <p:nvPr>
            <p:ph type="body" sz="quarter" idx="13" hasCustomPrompt="1"/>
          </p:nvPr>
        </p:nvSpPr>
        <p:spPr>
          <a:xfrm>
            <a:off x="695325" y="199474"/>
            <a:ext cx="10119053" cy="468000"/>
          </a:xfrm>
          <a:prstGeom prst="rect">
            <a:avLst/>
          </a:prstGeom>
        </p:spPr>
        <p:txBody>
          <a:bodyPr anchor="t">
            <a:noAutofit/>
          </a:bodyPr>
          <a:lstStyle>
            <a:lvl1pPr marL="0" indent="0">
              <a:buNone/>
              <a:defRPr sz="3000" b="1" cap="none" baseline="0"/>
            </a:lvl1pPr>
            <a:lvl2pPr>
              <a:defRPr sz="2900" b="1" cap="all" baseline="0"/>
            </a:lvl2pPr>
            <a:lvl3pPr>
              <a:defRPr sz="2900" b="1" cap="all" baseline="0"/>
            </a:lvl3pPr>
            <a:lvl4pPr>
              <a:defRPr sz="2900" b="1" cap="all" baseline="0"/>
            </a:lvl4pPr>
            <a:lvl5pPr>
              <a:defRPr sz="2900" b="1" cap="all" baseline="0"/>
            </a:lvl5pPr>
          </a:lstStyle>
          <a:p>
            <a:pPr lvl="0"/>
            <a:r>
              <a:rPr lang="de-DE" dirty="0"/>
              <a:t>Kontakt</a:t>
            </a:r>
          </a:p>
        </p:txBody>
      </p:sp>
      <p:sp>
        <p:nvSpPr>
          <p:cNvPr id="8" name="Textplatzhalter 20">
            <a:extLst>
              <a:ext uri="{FF2B5EF4-FFF2-40B4-BE49-F238E27FC236}">
                <a16:creationId xmlns:a16="http://schemas.microsoft.com/office/drawing/2014/main" id="{3BE1B1AB-FA83-D475-DC00-A5644E585796}"/>
              </a:ext>
            </a:extLst>
          </p:cNvPr>
          <p:cNvSpPr>
            <a:spLocks noGrp="1"/>
          </p:cNvSpPr>
          <p:nvPr>
            <p:ph type="body" sz="quarter" idx="25" hasCustomPrompt="1"/>
          </p:nvPr>
        </p:nvSpPr>
        <p:spPr>
          <a:xfrm>
            <a:off x="710624" y="813558"/>
            <a:ext cx="10119052" cy="338138"/>
          </a:xfrm>
          <a:prstGeom prst="rect">
            <a:avLst/>
          </a:prstGeom>
        </p:spPr>
        <p:txBody>
          <a:bodyPr/>
          <a:lstStyle>
            <a:lvl1pPr marL="0" indent="0">
              <a:buNone/>
              <a:defRPr sz="2000" b="1"/>
            </a:lvl1pPr>
          </a:lstStyle>
          <a:p>
            <a:pPr lvl="0"/>
            <a:r>
              <a:rPr lang="de-DE" dirty="0"/>
              <a:t>ggf. Unterüberschrift</a:t>
            </a:r>
          </a:p>
        </p:txBody>
      </p:sp>
      <p:sp>
        <p:nvSpPr>
          <p:cNvPr id="6" name="Textplatzhalter 12">
            <a:extLst>
              <a:ext uri="{FF2B5EF4-FFF2-40B4-BE49-F238E27FC236}">
                <a16:creationId xmlns:a16="http://schemas.microsoft.com/office/drawing/2014/main" id="{5C353B3B-39D5-0C9A-4B9A-BB5DAF6A00A0}"/>
              </a:ext>
            </a:extLst>
          </p:cNvPr>
          <p:cNvSpPr>
            <a:spLocks noGrp="1"/>
          </p:cNvSpPr>
          <p:nvPr>
            <p:ph type="body" sz="quarter" idx="27" hasCustomPrompt="1"/>
          </p:nvPr>
        </p:nvSpPr>
        <p:spPr>
          <a:xfrm>
            <a:off x="2248392" y="2810480"/>
            <a:ext cx="3600000" cy="408495"/>
          </a:xfrm>
          <a:prstGeom prst="rect">
            <a:avLst/>
          </a:prstGeom>
        </p:spPr>
        <p:txBody>
          <a:bodyPr anchor="t">
            <a:noAutofit/>
          </a:bodyPr>
          <a:lstStyle>
            <a:lvl1pPr marL="0" indent="0">
              <a:buNone/>
              <a:defRPr sz="2000" b="0" cap="none" baseline="0">
                <a:solidFill>
                  <a:schemeClr val="bg1"/>
                </a:solidFill>
              </a:defRPr>
            </a:lvl1pPr>
            <a:lvl2pPr>
              <a:defRPr sz="2900" b="1" cap="all" baseline="0"/>
            </a:lvl2pPr>
            <a:lvl3pPr>
              <a:defRPr sz="2900" b="1" cap="all" baseline="0"/>
            </a:lvl3pPr>
            <a:lvl4pPr>
              <a:defRPr sz="2900" b="1" cap="all" baseline="0"/>
            </a:lvl4pPr>
            <a:lvl5pPr>
              <a:defRPr sz="2900" b="1" cap="all" baseline="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e-DE" sz="2000" b="0" cap="none" baseline="0" dirty="0">
                <a:solidFill>
                  <a:schemeClr val="bg1"/>
                </a:solidFill>
              </a:rPr>
              <a:t>Telefonnummer einfügen</a:t>
            </a:r>
          </a:p>
          <a:p>
            <a:pPr lvl="0"/>
            <a:endParaRPr lang="de-DE" dirty="0"/>
          </a:p>
        </p:txBody>
      </p:sp>
      <p:sp>
        <p:nvSpPr>
          <p:cNvPr id="12" name="Textplatzhalter 12">
            <a:extLst>
              <a:ext uri="{FF2B5EF4-FFF2-40B4-BE49-F238E27FC236}">
                <a16:creationId xmlns:a16="http://schemas.microsoft.com/office/drawing/2014/main" id="{637A1767-8D9A-EE6E-8998-874033C3F77C}"/>
              </a:ext>
            </a:extLst>
          </p:cNvPr>
          <p:cNvSpPr>
            <a:spLocks noGrp="1"/>
          </p:cNvSpPr>
          <p:nvPr>
            <p:ph type="body" sz="quarter" idx="28" hasCustomPrompt="1"/>
          </p:nvPr>
        </p:nvSpPr>
        <p:spPr>
          <a:xfrm>
            <a:off x="2248392" y="3504666"/>
            <a:ext cx="3600000" cy="798582"/>
          </a:xfrm>
          <a:prstGeom prst="rect">
            <a:avLst/>
          </a:prstGeom>
        </p:spPr>
        <p:txBody>
          <a:bodyPr anchor="t">
            <a:noAutofit/>
          </a:bodyPr>
          <a:lstStyle>
            <a:lvl1pPr marL="0" indent="0">
              <a:buNone/>
              <a:defRPr sz="2000" b="0" cap="none" baseline="0">
                <a:solidFill>
                  <a:schemeClr val="bg1"/>
                </a:solidFill>
              </a:defRPr>
            </a:lvl1pPr>
            <a:lvl2pPr>
              <a:defRPr sz="2900" b="1" cap="all" baseline="0"/>
            </a:lvl2pPr>
            <a:lvl3pPr>
              <a:defRPr sz="2900" b="1" cap="all" baseline="0"/>
            </a:lvl3pPr>
            <a:lvl4pPr>
              <a:defRPr sz="2900" b="1" cap="all" baseline="0"/>
            </a:lvl4pPr>
            <a:lvl5pPr>
              <a:defRPr sz="2900" b="1" cap="all" baseline="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de-DE" sz="2000" b="0" cap="none" baseline="0" dirty="0">
                <a:solidFill>
                  <a:schemeClr val="bg1"/>
                </a:solidFill>
              </a:rPr>
              <a:t>Adresse einfügen</a:t>
            </a:r>
            <a:endParaRPr lang="de-DE" dirty="0"/>
          </a:p>
        </p:txBody>
      </p:sp>
      <p:sp>
        <p:nvSpPr>
          <p:cNvPr id="13" name="Textplatzhalter 12">
            <a:extLst>
              <a:ext uri="{FF2B5EF4-FFF2-40B4-BE49-F238E27FC236}">
                <a16:creationId xmlns:a16="http://schemas.microsoft.com/office/drawing/2014/main" id="{927B9ED0-EAF7-717C-61C7-946F59DBC5CB}"/>
              </a:ext>
            </a:extLst>
          </p:cNvPr>
          <p:cNvSpPr>
            <a:spLocks noGrp="1"/>
          </p:cNvSpPr>
          <p:nvPr>
            <p:ph type="body" sz="quarter" idx="29" hasCustomPrompt="1"/>
          </p:nvPr>
        </p:nvSpPr>
        <p:spPr>
          <a:xfrm>
            <a:off x="2216466" y="4512521"/>
            <a:ext cx="3600000" cy="798582"/>
          </a:xfrm>
          <a:prstGeom prst="rect">
            <a:avLst/>
          </a:prstGeom>
        </p:spPr>
        <p:txBody>
          <a:bodyPr anchor="t">
            <a:noAutofit/>
          </a:bodyPr>
          <a:lstStyle>
            <a:lvl1pPr marL="0" indent="0">
              <a:buNone/>
              <a:defRPr sz="2000" b="0" cap="none" baseline="0">
                <a:solidFill>
                  <a:schemeClr val="bg1"/>
                </a:solidFill>
              </a:defRPr>
            </a:lvl1pPr>
            <a:lvl2pPr>
              <a:defRPr sz="2900" b="1" cap="all" baseline="0"/>
            </a:lvl2pPr>
            <a:lvl3pPr>
              <a:defRPr sz="2900" b="1" cap="all" baseline="0"/>
            </a:lvl3pPr>
            <a:lvl4pPr>
              <a:defRPr sz="2900" b="1" cap="all" baseline="0"/>
            </a:lvl4pPr>
            <a:lvl5pPr>
              <a:defRPr sz="2900" b="1" cap="all" baseline="0"/>
            </a:lvl5pPr>
          </a:lstStyle>
          <a:p>
            <a:r>
              <a:rPr lang="de-DE" sz="2000" b="0" cap="none" baseline="0" dirty="0">
                <a:solidFill>
                  <a:schemeClr val="bg1"/>
                </a:solidFill>
              </a:rPr>
              <a:t>xxx@oth-regensburg.de</a:t>
            </a:r>
          </a:p>
          <a:p>
            <a:pPr lvl="0"/>
            <a:endParaRPr lang="de-DE" dirty="0"/>
          </a:p>
        </p:txBody>
      </p:sp>
    </p:spTree>
    <p:extLst>
      <p:ext uri="{BB962C8B-B14F-4D97-AF65-F5344CB8AC3E}">
        <p14:creationId xmlns:p14="http://schemas.microsoft.com/office/powerpoint/2010/main" val="927029037"/>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guide id="3" orient="horz" pos="1797"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854FF401-9A06-2828-12CD-C4A5AC310E79}"/>
              </a:ext>
            </a:extLst>
          </p:cNvPr>
          <p:cNvSpPr>
            <a:spLocks noGrp="1"/>
          </p:cNvSpPr>
          <p:nvPr>
            <p:ph type="sldNum" sz="quarter" idx="4"/>
          </p:nvPr>
        </p:nvSpPr>
        <p:spPr>
          <a:xfrm>
            <a:off x="9344025" y="647962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298502-BA22-4927-B2ED-0A18FFA86FFE}" type="slidenum">
              <a:rPr lang="de-DE" smtClean="0"/>
              <a:pPr/>
              <a:t>‹#›</a:t>
            </a:fld>
            <a:endParaRPr lang="de-DE" dirty="0"/>
          </a:p>
        </p:txBody>
      </p:sp>
      <p:sp>
        <p:nvSpPr>
          <p:cNvPr id="7" name="Fußzeilenplatzhalter 3">
            <a:extLst>
              <a:ext uri="{FF2B5EF4-FFF2-40B4-BE49-F238E27FC236}">
                <a16:creationId xmlns:a16="http://schemas.microsoft.com/office/drawing/2014/main" id="{0B24C314-2307-DF2A-CD78-15559D1ED12E}"/>
              </a:ext>
            </a:extLst>
          </p:cNvPr>
          <p:cNvSpPr>
            <a:spLocks noGrp="1"/>
          </p:cNvSpPr>
          <p:nvPr>
            <p:ph type="ftr" sz="quarter" idx="3"/>
          </p:nvPr>
        </p:nvSpPr>
        <p:spPr>
          <a:xfrm>
            <a:off x="710624" y="6517722"/>
            <a:ext cx="7908241"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de-DE"/>
              <a:t>OTH Regensburg | Piyushkumar Baldha | MEM Master Thesis</a:t>
            </a:r>
            <a:endParaRPr lang="de-DE" dirty="0"/>
          </a:p>
        </p:txBody>
      </p:sp>
    </p:spTree>
    <p:extLst>
      <p:ext uri="{BB962C8B-B14F-4D97-AF65-F5344CB8AC3E}">
        <p14:creationId xmlns:p14="http://schemas.microsoft.com/office/powerpoint/2010/main" val="2055207460"/>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669" r:id="rId3"/>
    <p:sldLayoutId id="2147483663" r:id="rId4"/>
    <p:sldLayoutId id="2147483676" r:id="rId5"/>
    <p:sldLayoutId id="2147483671" r:id="rId6"/>
    <p:sldLayoutId id="2147483677" r:id="rId7"/>
    <p:sldLayoutId id="2147483681" r:id="rId8"/>
    <p:sldLayoutId id="2147483683" r:id="rId9"/>
    <p:sldLayoutId id="2147483674" r:id="rId10"/>
    <p:sldLayoutId id="2147483675" r:id="rId11"/>
    <p:sldLayoutId id="2147483662" r:id="rId12"/>
    <p:sldLayoutId id="2147483707" r:id="rId13"/>
    <p:sldLayoutId id="2147483706" r:id="rId14"/>
    <p:sldLayoutId id="2147483708" r:id="rId15"/>
    <p:sldLayoutId id="2147483705" r:id="rId16"/>
    <p:sldLayoutId id="2147483665" r:id="rId17"/>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7242" userDrawn="1">
          <p15:clr>
            <a:srgbClr val="F26B43"/>
          </p15:clr>
        </p15:guide>
        <p15:guide id="3" orient="horz" pos="2160" userDrawn="1">
          <p15:clr>
            <a:srgbClr val="F26B43"/>
          </p15:clr>
        </p15:guide>
        <p15:guide id="4" pos="438" userDrawn="1">
          <p15:clr>
            <a:srgbClr val="F26B43"/>
          </p15:clr>
        </p15:guide>
        <p15:guide id="5" orient="horz" pos="1026" userDrawn="1">
          <p15:clr>
            <a:srgbClr val="F26B43"/>
          </p15:clr>
        </p15:guide>
        <p15:guide id="6" orient="horz" pos="406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0AD557D-0DB7-6AFC-EEF9-08E04F9257D8}"/>
              </a:ext>
            </a:extLst>
          </p:cNvPr>
          <p:cNvSpPr>
            <a:spLocks noGrp="1"/>
          </p:cNvSpPr>
          <p:nvPr>
            <p:ph type="body" sz="quarter" idx="13"/>
          </p:nvPr>
        </p:nvSpPr>
        <p:spPr>
          <a:xfrm>
            <a:off x="5495189" y="2183389"/>
            <a:ext cx="6592036" cy="1813635"/>
          </a:xfrm>
        </p:spPr>
        <p:txBody>
          <a:bodyPr>
            <a:normAutofit/>
          </a:bodyPr>
          <a:lstStyle/>
          <a:p>
            <a:r>
              <a:rPr lang="en-US" sz="2400" dirty="0">
                <a:latin typeface="Times New Roman" panose="02020603050405020304" pitchFamily="18" charset="0"/>
                <a:cs typeface="Times New Roman" panose="02020603050405020304" pitchFamily="18" charset="0"/>
              </a:rPr>
              <a:t>Deploying a Static Website Using GitHub</a:t>
            </a:r>
            <a:endParaRPr lang="de-DE" sz="2400" dirty="0">
              <a:latin typeface="Times New Roman" panose="02020603050405020304" pitchFamily="18" charset="0"/>
              <a:cs typeface="Times New Roman" panose="02020603050405020304" pitchFamily="18" charset="0"/>
            </a:endParaRPr>
          </a:p>
        </p:txBody>
      </p:sp>
      <p:sp>
        <p:nvSpPr>
          <p:cNvPr id="11" name="Slide Number Placeholder 10">
            <a:extLst>
              <a:ext uri="{FF2B5EF4-FFF2-40B4-BE49-F238E27FC236}">
                <a16:creationId xmlns:a16="http://schemas.microsoft.com/office/drawing/2014/main" id="{BB487FF3-0646-BA52-A03F-BAFC62711E74}"/>
              </a:ext>
            </a:extLst>
          </p:cNvPr>
          <p:cNvSpPr>
            <a:spLocks noGrp="1"/>
          </p:cNvSpPr>
          <p:nvPr>
            <p:ph type="sldNum" sz="quarter" idx="4"/>
          </p:nvPr>
        </p:nvSpPr>
        <p:spPr/>
        <p:txBody>
          <a:bodyPr/>
          <a:lstStyle/>
          <a:p>
            <a:fld id="{E7298502-BA22-4927-B2ED-0A18FFA86FFE}" type="slidenum">
              <a:rPr lang="de-DE" smtClean="0"/>
              <a:pPr/>
              <a:t>1</a:t>
            </a:fld>
            <a:endParaRPr lang="de-DE"/>
          </a:p>
        </p:txBody>
      </p:sp>
      <p:sp>
        <p:nvSpPr>
          <p:cNvPr id="12" name="Footer Placeholder 11">
            <a:extLst>
              <a:ext uri="{FF2B5EF4-FFF2-40B4-BE49-F238E27FC236}">
                <a16:creationId xmlns:a16="http://schemas.microsoft.com/office/drawing/2014/main" id="{AB4A26E5-F31C-9E45-082B-86ACE43B736C}"/>
              </a:ext>
            </a:extLst>
          </p:cNvPr>
          <p:cNvSpPr>
            <a:spLocks noGrp="1"/>
          </p:cNvSpPr>
          <p:nvPr>
            <p:ph type="ftr" sz="quarter" idx="15"/>
          </p:nvPr>
        </p:nvSpPr>
        <p:spPr/>
        <p:txBody>
          <a:bodyPr/>
          <a:lstStyle/>
          <a:p>
            <a:r>
              <a:rPr lang="de-DE" dirty="0"/>
              <a:t>OTH Regensburg | Piyushkumar Baldha | MEM Master Thesis</a:t>
            </a:r>
          </a:p>
        </p:txBody>
      </p:sp>
      <p:pic>
        <p:nvPicPr>
          <p:cNvPr id="20" name="Picture Placeholder 19" descr="A person's face with a magnifying glass&#10;&#10;AI-generated content may be incorrect.">
            <a:extLst>
              <a:ext uri="{FF2B5EF4-FFF2-40B4-BE49-F238E27FC236}">
                <a16:creationId xmlns:a16="http://schemas.microsoft.com/office/drawing/2014/main" id="{B669F845-10E2-E4FF-904C-B1A9A44965E7}"/>
              </a:ext>
            </a:extLst>
          </p:cNvPr>
          <p:cNvPicPr>
            <a:picLocks noGrp="1" noChangeAspect="1"/>
          </p:cNvPicPr>
          <p:nvPr>
            <p:ph type="pic" sz="quarter" idx="26"/>
          </p:nvPr>
        </p:nvPicPr>
        <p:blipFill>
          <a:blip r:embed="rId3">
            <a:extLst>
              <a:ext uri="{28A0092B-C50C-407E-A947-70E740481C1C}">
                <a14:useLocalDpi xmlns:a14="http://schemas.microsoft.com/office/drawing/2010/main" val="0"/>
              </a:ext>
            </a:extLst>
          </a:blip>
          <a:srcRect t="895" b="895"/>
          <a:stretch>
            <a:fillRect/>
          </a:stretch>
        </p:blipFill>
        <p:spPr/>
      </p:pic>
    </p:spTree>
    <p:extLst>
      <p:ext uri="{BB962C8B-B14F-4D97-AF65-F5344CB8AC3E}">
        <p14:creationId xmlns:p14="http://schemas.microsoft.com/office/powerpoint/2010/main" val="518339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96A03F89-0660-60B2-C884-567FCCF9E919}"/>
              </a:ext>
            </a:extLst>
          </p:cNvPr>
          <p:cNvPicPr>
            <a:picLocks noGrp="1" noChangeAspect="1"/>
          </p:cNvPicPr>
          <p:nvPr>
            <p:ph type="pic" sz="quarter" idx="14"/>
          </p:nvPr>
        </p:nvPicPr>
        <p:blipFill>
          <a:blip r:embed="rId2"/>
          <a:srcRect t="5320" b="5320"/>
          <a:stretch/>
        </p:blipFill>
        <p:spPr>
          <a:xfrm>
            <a:off x="3215984" y="1608342"/>
            <a:ext cx="8871241" cy="3641315"/>
          </a:xfrm>
        </p:spPr>
      </p:pic>
      <p:sp>
        <p:nvSpPr>
          <p:cNvPr id="3" name="Footer Placeholder 2">
            <a:extLst>
              <a:ext uri="{FF2B5EF4-FFF2-40B4-BE49-F238E27FC236}">
                <a16:creationId xmlns:a16="http://schemas.microsoft.com/office/drawing/2014/main" id="{588F25C6-6989-9B3E-4B09-3ECD03C1D9FB}"/>
              </a:ext>
            </a:extLst>
          </p:cNvPr>
          <p:cNvSpPr>
            <a:spLocks noGrp="1"/>
          </p:cNvSpPr>
          <p:nvPr>
            <p:ph type="ftr" sz="quarter" idx="26"/>
          </p:nvPr>
        </p:nvSpPr>
        <p:spPr/>
        <p:txBody>
          <a:bodyPr/>
          <a:lstStyle/>
          <a:p>
            <a:r>
              <a:rPr lang="de-DE"/>
              <a:t>OTH Regensburg | Piyushkumar Baldha | MEM Master Thesis</a:t>
            </a:r>
            <a:endParaRPr lang="de-DE" dirty="0"/>
          </a:p>
        </p:txBody>
      </p:sp>
      <p:sp>
        <p:nvSpPr>
          <p:cNvPr id="4" name="Slide Number Placeholder 3">
            <a:extLst>
              <a:ext uri="{FF2B5EF4-FFF2-40B4-BE49-F238E27FC236}">
                <a16:creationId xmlns:a16="http://schemas.microsoft.com/office/drawing/2014/main" id="{1425B842-7351-5EAD-5645-1A27E492BCF0}"/>
              </a:ext>
            </a:extLst>
          </p:cNvPr>
          <p:cNvSpPr>
            <a:spLocks noGrp="1"/>
          </p:cNvSpPr>
          <p:nvPr>
            <p:ph type="sldNum" sz="quarter" idx="4"/>
          </p:nvPr>
        </p:nvSpPr>
        <p:spPr/>
        <p:txBody>
          <a:bodyPr/>
          <a:lstStyle/>
          <a:p>
            <a:fld id="{E7298502-BA22-4927-B2ED-0A18FFA86FFE}" type="slidenum">
              <a:rPr lang="de-DE" smtClean="0"/>
              <a:pPr/>
              <a:t>2</a:t>
            </a:fld>
            <a:endParaRPr lang="de-DE" dirty="0"/>
          </a:p>
        </p:txBody>
      </p:sp>
      <p:sp>
        <p:nvSpPr>
          <p:cNvPr id="5" name="Text Placeholder 4">
            <a:extLst>
              <a:ext uri="{FF2B5EF4-FFF2-40B4-BE49-F238E27FC236}">
                <a16:creationId xmlns:a16="http://schemas.microsoft.com/office/drawing/2014/main" id="{E177AC74-517F-0EC0-91AF-AD6952C3988F}"/>
              </a:ext>
            </a:extLst>
          </p:cNvPr>
          <p:cNvSpPr>
            <a:spLocks noGrp="1"/>
          </p:cNvSpPr>
          <p:nvPr>
            <p:ph type="body" sz="quarter" idx="13"/>
          </p:nvPr>
        </p:nvSpPr>
        <p:spPr>
          <a:xfrm>
            <a:off x="685493" y="752733"/>
            <a:ext cx="10119053" cy="468000"/>
          </a:xfrm>
        </p:spPr>
        <p:txBody>
          <a:bodyPr/>
          <a:lstStyle/>
          <a:p>
            <a:r>
              <a:rPr lang="en-US" dirty="0"/>
              <a:t>Home Page</a:t>
            </a:r>
          </a:p>
        </p:txBody>
      </p:sp>
      <p:sp>
        <p:nvSpPr>
          <p:cNvPr id="9" name="TextBox 8">
            <a:extLst>
              <a:ext uri="{FF2B5EF4-FFF2-40B4-BE49-F238E27FC236}">
                <a16:creationId xmlns:a16="http://schemas.microsoft.com/office/drawing/2014/main" id="{C648EDF1-5B60-AE29-6362-0A59DEBAE1BB}"/>
              </a:ext>
            </a:extLst>
          </p:cNvPr>
          <p:cNvSpPr txBox="1"/>
          <p:nvPr/>
        </p:nvSpPr>
        <p:spPr>
          <a:xfrm>
            <a:off x="324464" y="1759974"/>
            <a:ext cx="2723535" cy="2308324"/>
          </a:xfrm>
          <a:prstGeom prst="rect">
            <a:avLst/>
          </a:prstGeom>
          <a:noFill/>
        </p:spPr>
        <p:txBody>
          <a:bodyPr wrap="square" rtlCol="0">
            <a:spAutoFit/>
          </a:bodyPr>
          <a:lstStyle/>
          <a:p>
            <a:r>
              <a:rPr lang="en-US" dirty="0"/>
              <a:t>The current image shows the homepage of your GitHub account.</a:t>
            </a:r>
          </a:p>
          <a:p>
            <a:endParaRPr lang="en-US" dirty="0"/>
          </a:p>
          <a:p>
            <a:r>
              <a:rPr lang="en-US" dirty="0"/>
              <a:t>Here, I have selected </a:t>
            </a:r>
            <a:r>
              <a:rPr lang="en-US" dirty="0" err="1"/>
              <a:t>Online_Data_Store</a:t>
            </a:r>
            <a:r>
              <a:rPr lang="en-US" dirty="0"/>
              <a:t> as my project.</a:t>
            </a:r>
          </a:p>
        </p:txBody>
      </p:sp>
    </p:spTree>
    <p:extLst>
      <p:ext uri="{BB962C8B-B14F-4D97-AF65-F5344CB8AC3E}">
        <p14:creationId xmlns:p14="http://schemas.microsoft.com/office/powerpoint/2010/main" val="2635965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E00A0488-569B-C016-B06F-C03E720B45B6}"/>
              </a:ext>
            </a:extLst>
          </p:cNvPr>
          <p:cNvPicPr>
            <a:picLocks noGrp="1" noChangeAspect="1"/>
          </p:cNvPicPr>
          <p:nvPr>
            <p:ph type="pic" sz="quarter" idx="14"/>
          </p:nvPr>
        </p:nvPicPr>
        <p:blipFill>
          <a:blip r:embed="rId2"/>
          <a:srcRect t="7332" r="21722" b="5068"/>
          <a:stretch/>
        </p:blipFill>
        <p:spPr>
          <a:xfrm>
            <a:off x="3513395" y="1297780"/>
            <a:ext cx="8442631" cy="4315502"/>
          </a:xfrm>
        </p:spPr>
      </p:pic>
      <p:sp>
        <p:nvSpPr>
          <p:cNvPr id="3" name="Footer Placeholder 2">
            <a:extLst>
              <a:ext uri="{FF2B5EF4-FFF2-40B4-BE49-F238E27FC236}">
                <a16:creationId xmlns:a16="http://schemas.microsoft.com/office/drawing/2014/main" id="{ACE20DFB-9C7B-67B3-E629-9740F54E10C6}"/>
              </a:ext>
            </a:extLst>
          </p:cNvPr>
          <p:cNvSpPr>
            <a:spLocks noGrp="1"/>
          </p:cNvSpPr>
          <p:nvPr>
            <p:ph type="ftr" sz="quarter" idx="26"/>
          </p:nvPr>
        </p:nvSpPr>
        <p:spPr/>
        <p:txBody>
          <a:bodyPr/>
          <a:lstStyle/>
          <a:p>
            <a:r>
              <a:rPr lang="de-DE"/>
              <a:t>OTH Regensburg | Piyushkumar Baldha | MEM Master Thesis</a:t>
            </a:r>
            <a:endParaRPr lang="de-DE" dirty="0"/>
          </a:p>
        </p:txBody>
      </p:sp>
      <p:sp>
        <p:nvSpPr>
          <p:cNvPr id="4" name="Slide Number Placeholder 3">
            <a:extLst>
              <a:ext uri="{FF2B5EF4-FFF2-40B4-BE49-F238E27FC236}">
                <a16:creationId xmlns:a16="http://schemas.microsoft.com/office/drawing/2014/main" id="{84E8157C-1C05-3380-1CB6-27D09558BD98}"/>
              </a:ext>
            </a:extLst>
          </p:cNvPr>
          <p:cNvSpPr>
            <a:spLocks noGrp="1"/>
          </p:cNvSpPr>
          <p:nvPr>
            <p:ph type="sldNum" sz="quarter" idx="4"/>
          </p:nvPr>
        </p:nvSpPr>
        <p:spPr/>
        <p:txBody>
          <a:bodyPr/>
          <a:lstStyle/>
          <a:p>
            <a:fld id="{E7298502-BA22-4927-B2ED-0A18FFA86FFE}" type="slidenum">
              <a:rPr lang="de-DE" smtClean="0"/>
              <a:pPr/>
              <a:t>3</a:t>
            </a:fld>
            <a:endParaRPr lang="de-DE" dirty="0"/>
          </a:p>
        </p:txBody>
      </p:sp>
      <p:sp>
        <p:nvSpPr>
          <p:cNvPr id="5" name="Text Placeholder 4">
            <a:extLst>
              <a:ext uri="{FF2B5EF4-FFF2-40B4-BE49-F238E27FC236}">
                <a16:creationId xmlns:a16="http://schemas.microsoft.com/office/drawing/2014/main" id="{034C15C8-A91C-B1AB-3E3E-719B32B443F6}"/>
              </a:ext>
            </a:extLst>
          </p:cNvPr>
          <p:cNvSpPr>
            <a:spLocks noGrp="1"/>
          </p:cNvSpPr>
          <p:nvPr>
            <p:ph type="body" sz="quarter" idx="13"/>
          </p:nvPr>
        </p:nvSpPr>
        <p:spPr>
          <a:xfrm>
            <a:off x="705157" y="755830"/>
            <a:ext cx="10119053" cy="468000"/>
          </a:xfrm>
        </p:spPr>
        <p:txBody>
          <a:bodyPr/>
          <a:lstStyle/>
          <a:p>
            <a:r>
              <a:rPr lang="en-US" dirty="0"/>
              <a:t>Settings</a:t>
            </a:r>
          </a:p>
        </p:txBody>
      </p:sp>
      <p:sp>
        <p:nvSpPr>
          <p:cNvPr id="9" name="TextBox 8">
            <a:extLst>
              <a:ext uri="{FF2B5EF4-FFF2-40B4-BE49-F238E27FC236}">
                <a16:creationId xmlns:a16="http://schemas.microsoft.com/office/drawing/2014/main" id="{23943757-ADD9-08CE-F47E-F4B516D4738A}"/>
              </a:ext>
            </a:extLst>
          </p:cNvPr>
          <p:cNvSpPr txBox="1"/>
          <p:nvPr/>
        </p:nvSpPr>
        <p:spPr>
          <a:xfrm>
            <a:off x="324464" y="1897626"/>
            <a:ext cx="2654709" cy="1200329"/>
          </a:xfrm>
          <a:prstGeom prst="rect">
            <a:avLst/>
          </a:prstGeom>
          <a:noFill/>
        </p:spPr>
        <p:txBody>
          <a:bodyPr wrap="square" rtlCol="0">
            <a:spAutoFit/>
          </a:bodyPr>
          <a:lstStyle/>
          <a:p>
            <a:r>
              <a:rPr lang="en-US" dirty="0"/>
              <a:t>Now, you can see your project files.</a:t>
            </a:r>
          </a:p>
          <a:p>
            <a:endParaRPr lang="en-US" dirty="0"/>
          </a:p>
          <a:p>
            <a:r>
              <a:rPr lang="en-US" dirty="0"/>
              <a:t>Next, go to Settings.</a:t>
            </a:r>
          </a:p>
        </p:txBody>
      </p:sp>
      <p:sp>
        <p:nvSpPr>
          <p:cNvPr id="10" name="Rectangle 9">
            <a:extLst>
              <a:ext uri="{FF2B5EF4-FFF2-40B4-BE49-F238E27FC236}">
                <a16:creationId xmlns:a16="http://schemas.microsoft.com/office/drawing/2014/main" id="{367E929A-5FEE-5CC6-35C0-6B843523D08D}"/>
              </a:ext>
            </a:extLst>
          </p:cNvPr>
          <p:cNvSpPr/>
          <p:nvPr/>
        </p:nvSpPr>
        <p:spPr>
          <a:xfrm>
            <a:off x="9006348" y="1297780"/>
            <a:ext cx="927512" cy="432697"/>
          </a:xfrm>
          <a:prstGeom prst="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031626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AC4AB5DA-10E8-C7E8-74A4-4B9F90C9624E}"/>
              </a:ext>
            </a:extLst>
          </p:cNvPr>
          <p:cNvPicPr>
            <a:picLocks noGrp="1" noChangeAspect="1"/>
          </p:cNvPicPr>
          <p:nvPr>
            <p:ph type="pic" sz="quarter" idx="14"/>
          </p:nvPr>
        </p:nvPicPr>
        <p:blipFill>
          <a:blip r:embed="rId2"/>
          <a:srcRect l="7172" t="13562" r="11239" b="13562"/>
          <a:stretch/>
        </p:blipFill>
        <p:spPr>
          <a:xfrm>
            <a:off x="2998839" y="1568363"/>
            <a:ext cx="8799871" cy="4427037"/>
          </a:xfrm>
        </p:spPr>
      </p:pic>
      <p:sp>
        <p:nvSpPr>
          <p:cNvPr id="3" name="Footer Placeholder 2">
            <a:extLst>
              <a:ext uri="{FF2B5EF4-FFF2-40B4-BE49-F238E27FC236}">
                <a16:creationId xmlns:a16="http://schemas.microsoft.com/office/drawing/2014/main" id="{E9A56634-DB00-89B1-D68B-8724E05EFD1A}"/>
              </a:ext>
            </a:extLst>
          </p:cNvPr>
          <p:cNvSpPr>
            <a:spLocks noGrp="1"/>
          </p:cNvSpPr>
          <p:nvPr>
            <p:ph type="ftr" sz="quarter" idx="26"/>
          </p:nvPr>
        </p:nvSpPr>
        <p:spPr/>
        <p:txBody>
          <a:bodyPr/>
          <a:lstStyle/>
          <a:p>
            <a:r>
              <a:rPr lang="de-DE"/>
              <a:t>OTH Regensburg | Piyushkumar Baldha | MEM Master Thesis</a:t>
            </a:r>
            <a:endParaRPr lang="de-DE" dirty="0"/>
          </a:p>
        </p:txBody>
      </p:sp>
      <p:sp>
        <p:nvSpPr>
          <p:cNvPr id="4" name="Slide Number Placeholder 3">
            <a:extLst>
              <a:ext uri="{FF2B5EF4-FFF2-40B4-BE49-F238E27FC236}">
                <a16:creationId xmlns:a16="http://schemas.microsoft.com/office/drawing/2014/main" id="{1E09A465-07B2-EB9A-32DB-066108C1C157}"/>
              </a:ext>
            </a:extLst>
          </p:cNvPr>
          <p:cNvSpPr>
            <a:spLocks noGrp="1"/>
          </p:cNvSpPr>
          <p:nvPr>
            <p:ph type="sldNum" sz="quarter" idx="4"/>
          </p:nvPr>
        </p:nvSpPr>
        <p:spPr/>
        <p:txBody>
          <a:bodyPr/>
          <a:lstStyle/>
          <a:p>
            <a:fld id="{E7298502-BA22-4927-B2ED-0A18FFA86FFE}" type="slidenum">
              <a:rPr lang="de-DE" smtClean="0"/>
              <a:pPr/>
              <a:t>4</a:t>
            </a:fld>
            <a:endParaRPr lang="de-DE" dirty="0"/>
          </a:p>
        </p:txBody>
      </p:sp>
      <p:sp>
        <p:nvSpPr>
          <p:cNvPr id="5" name="Text Placeholder 4">
            <a:extLst>
              <a:ext uri="{FF2B5EF4-FFF2-40B4-BE49-F238E27FC236}">
                <a16:creationId xmlns:a16="http://schemas.microsoft.com/office/drawing/2014/main" id="{DCF9CE8B-41BD-5F21-A9D6-8F32BA644E68}"/>
              </a:ext>
            </a:extLst>
          </p:cNvPr>
          <p:cNvSpPr>
            <a:spLocks noGrp="1"/>
          </p:cNvSpPr>
          <p:nvPr>
            <p:ph type="body" sz="quarter" idx="13"/>
          </p:nvPr>
        </p:nvSpPr>
        <p:spPr>
          <a:xfrm>
            <a:off x="734654" y="746466"/>
            <a:ext cx="10119053" cy="468000"/>
          </a:xfrm>
        </p:spPr>
        <p:txBody>
          <a:bodyPr/>
          <a:lstStyle/>
          <a:p>
            <a:r>
              <a:rPr lang="en-US" dirty="0"/>
              <a:t>Selection of Page Option</a:t>
            </a:r>
          </a:p>
        </p:txBody>
      </p:sp>
      <p:sp>
        <p:nvSpPr>
          <p:cNvPr id="9" name="Rectangle 8">
            <a:extLst>
              <a:ext uri="{FF2B5EF4-FFF2-40B4-BE49-F238E27FC236}">
                <a16:creationId xmlns:a16="http://schemas.microsoft.com/office/drawing/2014/main" id="{1C0C273D-4DBF-0C66-F307-BB50C846FE67}"/>
              </a:ext>
            </a:extLst>
          </p:cNvPr>
          <p:cNvSpPr/>
          <p:nvPr/>
        </p:nvSpPr>
        <p:spPr>
          <a:xfrm>
            <a:off x="2998839" y="5181599"/>
            <a:ext cx="1877961" cy="412955"/>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33FD83BB-CA1A-EB3E-657A-3BB414B856D4}"/>
              </a:ext>
            </a:extLst>
          </p:cNvPr>
          <p:cNvSpPr txBox="1"/>
          <p:nvPr/>
        </p:nvSpPr>
        <p:spPr>
          <a:xfrm>
            <a:off x="324465" y="1897626"/>
            <a:ext cx="2389238" cy="1754326"/>
          </a:xfrm>
          <a:prstGeom prst="rect">
            <a:avLst/>
          </a:prstGeom>
          <a:noFill/>
        </p:spPr>
        <p:txBody>
          <a:bodyPr wrap="square" rtlCol="0">
            <a:spAutoFit/>
          </a:bodyPr>
          <a:lstStyle/>
          <a:p>
            <a:r>
              <a:rPr lang="en-US" dirty="0"/>
              <a:t>In Settings, you can see several options on the left-hand side.</a:t>
            </a:r>
          </a:p>
          <a:p>
            <a:endParaRPr lang="en-US" dirty="0"/>
          </a:p>
          <a:p>
            <a:r>
              <a:rPr lang="en-US" dirty="0"/>
              <a:t>Go to Pages.</a:t>
            </a:r>
          </a:p>
        </p:txBody>
      </p:sp>
    </p:spTree>
    <p:extLst>
      <p:ext uri="{BB962C8B-B14F-4D97-AF65-F5344CB8AC3E}">
        <p14:creationId xmlns:p14="http://schemas.microsoft.com/office/powerpoint/2010/main" val="3044738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F58F4D16-2E4F-0D51-9425-D3E66CC5AC15}"/>
              </a:ext>
            </a:extLst>
          </p:cNvPr>
          <p:cNvPicPr>
            <a:picLocks noGrp="1" noChangeAspect="1"/>
          </p:cNvPicPr>
          <p:nvPr>
            <p:ph type="pic" sz="quarter" idx="14"/>
          </p:nvPr>
        </p:nvPicPr>
        <p:blipFill>
          <a:blip r:embed="rId2"/>
          <a:srcRect t="5681" r="17073" b="5681"/>
          <a:stretch/>
        </p:blipFill>
        <p:spPr>
          <a:xfrm>
            <a:off x="2795639" y="1380442"/>
            <a:ext cx="8944077" cy="4427037"/>
          </a:xfrm>
        </p:spPr>
      </p:pic>
      <p:sp>
        <p:nvSpPr>
          <p:cNvPr id="3" name="Footer Placeholder 2">
            <a:extLst>
              <a:ext uri="{FF2B5EF4-FFF2-40B4-BE49-F238E27FC236}">
                <a16:creationId xmlns:a16="http://schemas.microsoft.com/office/drawing/2014/main" id="{B0ECD96F-EB5E-BC7E-48D5-478E40BA1F8A}"/>
              </a:ext>
            </a:extLst>
          </p:cNvPr>
          <p:cNvSpPr>
            <a:spLocks noGrp="1"/>
          </p:cNvSpPr>
          <p:nvPr>
            <p:ph type="ftr" sz="quarter" idx="26"/>
          </p:nvPr>
        </p:nvSpPr>
        <p:spPr/>
        <p:txBody>
          <a:bodyPr/>
          <a:lstStyle/>
          <a:p>
            <a:r>
              <a:rPr lang="de-DE"/>
              <a:t>OTH Regensburg | Piyushkumar Baldha | MEM Master Thesis</a:t>
            </a:r>
            <a:endParaRPr lang="de-DE" dirty="0"/>
          </a:p>
        </p:txBody>
      </p:sp>
      <p:sp>
        <p:nvSpPr>
          <p:cNvPr id="4" name="Slide Number Placeholder 3">
            <a:extLst>
              <a:ext uri="{FF2B5EF4-FFF2-40B4-BE49-F238E27FC236}">
                <a16:creationId xmlns:a16="http://schemas.microsoft.com/office/drawing/2014/main" id="{6F07E929-2BD9-EDC9-6A06-035BECC23D51}"/>
              </a:ext>
            </a:extLst>
          </p:cNvPr>
          <p:cNvSpPr>
            <a:spLocks noGrp="1"/>
          </p:cNvSpPr>
          <p:nvPr>
            <p:ph type="sldNum" sz="quarter" idx="4"/>
          </p:nvPr>
        </p:nvSpPr>
        <p:spPr/>
        <p:txBody>
          <a:bodyPr/>
          <a:lstStyle/>
          <a:p>
            <a:fld id="{E7298502-BA22-4927-B2ED-0A18FFA86FFE}" type="slidenum">
              <a:rPr lang="de-DE" smtClean="0"/>
              <a:pPr/>
              <a:t>5</a:t>
            </a:fld>
            <a:endParaRPr lang="de-DE" dirty="0"/>
          </a:p>
        </p:txBody>
      </p:sp>
      <p:sp>
        <p:nvSpPr>
          <p:cNvPr id="5" name="Text Placeholder 4">
            <a:extLst>
              <a:ext uri="{FF2B5EF4-FFF2-40B4-BE49-F238E27FC236}">
                <a16:creationId xmlns:a16="http://schemas.microsoft.com/office/drawing/2014/main" id="{3041C84B-A567-C415-6BA0-6C9A1D9CA253}"/>
              </a:ext>
            </a:extLst>
          </p:cNvPr>
          <p:cNvSpPr>
            <a:spLocks noGrp="1"/>
          </p:cNvSpPr>
          <p:nvPr>
            <p:ph type="body" sz="quarter" idx="13"/>
          </p:nvPr>
        </p:nvSpPr>
        <p:spPr>
          <a:xfrm>
            <a:off x="695325" y="708299"/>
            <a:ext cx="10119053" cy="468000"/>
          </a:xfrm>
        </p:spPr>
        <p:txBody>
          <a:bodyPr/>
          <a:lstStyle/>
          <a:p>
            <a:r>
              <a:rPr lang="en-US" dirty="0"/>
              <a:t>Selection of Branch</a:t>
            </a:r>
          </a:p>
        </p:txBody>
      </p:sp>
      <p:sp>
        <p:nvSpPr>
          <p:cNvPr id="9" name="Rectangle 8">
            <a:extLst>
              <a:ext uri="{FF2B5EF4-FFF2-40B4-BE49-F238E27FC236}">
                <a16:creationId xmlns:a16="http://schemas.microsoft.com/office/drawing/2014/main" id="{DBC88AED-19E7-48F0-0859-49CCF0939BD0}"/>
              </a:ext>
            </a:extLst>
          </p:cNvPr>
          <p:cNvSpPr/>
          <p:nvPr/>
        </p:nvSpPr>
        <p:spPr>
          <a:xfrm>
            <a:off x="5948516" y="2998839"/>
            <a:ext cx="5958349" cy="1297858"/>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A82AE3CD-C8BE-EBA8-3396-570A9380F2BE}"/>
              </a:ext>
            </a:extLst>
          </p:cNvPr>
          <p:cNvSpPr txBox="1"/>
          <p:nvPr/>
        </p:nvSpPr>
        <p:spPr>
          <a:xfrm>
            <a:off x="452284" y="1380442"/>
            <a:ext cx="2471174" cy="5078313"/>
          </a:xfrm>
          <a:prstGeom prst="rect">
            <a:avLst/>
          </a:prstGeom>
          <a:noFill/>
        </p:spPr>
        <p:txBody>
          <a:bodyPr wrap="square" rtlCol="0">
            <a:spAutoFit/>
          </a:bodyPr>
          <a:lstStyle/>
          <a:p>
            <a:r>
              <a:rPr lang="en-US" dirty="0"/>
              <a:t>In the Pages option, you need to select a Branch.</a:t>
            </a:r>
          </a:p>
          <a:p>
            <a:endParaRPr lang="en-US" dirty="0"/>
          </a:p>
          <a:p>
            <a:r>
              <a:rPr lang="en-US" dirty="0"/>
              <a:t>At this stage, you can only publish your main branch, so please make sure all the files you want online are stored in the main branch.</a:t>
            </a:r>
          </a:p>
          <a:p>
            <a:endParaRPr lang="en-US" dirty="0"/>
          </a:p>
          <a:p>
            <a:r>
              <a:rPr lang="en-US" dirty="0"/>
              <a:t>For the folder selection, choose / (root).</a:t>
            </a:r>
          </a:p>
          <a:p>
            <a:endParaRPr lang="en-US" dirty="0"/>
          </a:p>
          <a:p>
            <a:r>
              <a:rPr lang="en-US" dirty="0"/>
              <a:t>Finally, click Save.</a:t>
            </a:r>
          </a:p>
        </p:txBody>
      </p:sp>
    </p:spTree>
    <p:extLst>
      <p:ext uri="{BB962C8B-B14F-4D97-AF65-F5344CB8AC3E}">
        <p14:creationId xmlns:p14="http://schemas.microsoft.com/office/powerpoint/2010/main" val="444909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screenshot of a computer&#10;&#10;AI-generated content may be incorrect.">
            <a:extLst>
              <a:ext uri="{FF2B5EF4-FFF2-40B4-BE49-F238E27FC236}">
                <a16:creationId xmlns:a16="http://schemas.microsoft.com/office/drawing/2014/main" id="{6286643B-83DA-E67D-AA36-225D63DD92C6}"/>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400" r="26677" b="66"/>
          <a:stretch/>
        </p:blipFill>
        <p:spPr>
          <a:xfrm>
            <a:off x="4283759" y="1414878"/>
            <a:ext cx="7908241" cy="4788310"/>
          </a:xfrm>
        </p:spPr>
      </p:pic>
      <p:sp>
        <p:nvSpPr>
          <p:cNvPr id="3" name="Footer Placeholder 2">
            <a:extLst>
              <a:ext uri="{FF2B5EF4-FFF2-40B4-BE49-F238E27FC236}">
                <a16:creationId xmlns:a16="http://schemas.microsoft.com/office/drawing/2014/main" id="{3C5B9990-1DEE-5D3D-3466-A5A28439E08F}"/>
              </a:ext>
            </a:extLst>
          </p:cNvPr>
          <p:cNvSpPr>
            <a:spLocks noGrp="1"/>
          </p:cNvSpPr>
          <p:nvPr>
            <p:ph type="ftr" sz="quarter" idx="26"/>
          </p:nvPr>
        </p:nvSpPr>
        <p:spPr/>
        <p:txBody>
          <a:bodyPr/>
          <a:lstStyle/>
          <a:p>
            <a:r>
              <a:rPr lang="de-DE"/>
              <a:t>OTH Regensburg | Piyushkumar Baldha | MEM Master Thesis</a:t>
            </a:r>
            <a:endParaRPr lang="de-DE" dirty="0"/>
          </a:p>
        </p:txBody>
      </p:sp>
      <p:sp>
        <p:nvSpPr>
          <p:cNvPr id="4" name="Slide Number Placeholder 3">
            <a:extLst>
              <a:ext uri="{FF2B5EF4-FFF2-40B4-BE49-F238E27FC236}">
                <a16:creationId xmlns:a16="http://schemas.microsoft.com/office/drawing/2014/main" id="{3184CBBB-126C-4D58-E42E-B2CF7E991C7C}"/>
              </a:ext>
            </a:extLst>
          </p:cNvPr>
          <p:cNvSpPr>
            <a:spLocks noGrp="1"/>
          </p:cNvSpPr>
          <p:nvPr>
            <p:ph type="sldNum" sz="quarter" idx="4"/>
          </p:nvPr>
        </p:nvSpPr>
        <p:spPr/>
        <p:txBody>
          <a:bodyPr/>
          <a:lstStyle/>
          <a:p>
            <a:fld id="{E7298502-BA22-4927-B2ED-0A18FFA86FFE}" type="slidenum">
              <a:rPr lang="de-DE" smtClean="0"/>
              <a:pPr/>
              <a:t>6</a:t>
            </a:fld>
            <a:endParaRPr lang="de-DE" dirty="0"/>
          </a:p>
        </p:txBody>
      </p:sp>
      <p:sp>
        <p:nvSpPr>
          <p:cNvPr id="5" name="Text Placeholder 4">
            <a:extLst>
              <a:ext uri="{FF2B5EF4-FFF2-40B4-BE49-F238E27FC236}">
                <a16:creationId xmlns:a16="http://schemas.microsoft.com/office/drawing/2014/main" id="{92F77AC6-FBD6-9623-FDC0-75813B8A6533}"/>
              </a:ext>
            </a:extLst>
          </p:cNvPr>
          <p:cNvSpPr>
            <a:spLocks noGrp="1"/>
          </p:cNvSpPr>
          <p:nvPr>
            <p:ph type="body" sz="quarter" idx="13"/>
          </p:nvPr>
        </p:nvSpPr>
        <p:spPr>
          <a:xfrm>
            <a:off x="714989" y="761511"/>
            <a:ext cx="10119053" cy="468000"/>
          </a:xfrm>
        </p:spPr>
        <p:txBody>
          <a:bodyPr/>
          <a:lstStyle/>
          <a:p>
            <a:r>
              <a:rPr lang="en-US" dirty="0"/>
              <a:t>Deployment </a:t>
            </a:r>
          </a:p>
        </p:txBody>
      </p:sp>
      <p:sp>
        <p:nvSpPr>
          <p:cNvPr id="9" name="Rectangle 8">
            <a:extLst>
              <a:ext uri="{FF2B5EF4-FFF2-40B4-BE49-F238E27FC236}">
                <a16:creationId xmlns:a16="http://schemas.microsoft.com/office/drawing/2014/main" id="{FDD7ED12-4247-303F-0918-84F472B8D7EF}"/>
              </a:ext>
            </a:extLst>
          </p:cNvPr>
          <p:cNvSpPr/>
          <p:nvPr/>
        </p:nvSpPr>
        <p:spPr>
          <a:xfrm>
            <a:off x="8237880" y="2802193"/>
            <a:ext cx="284196" cy="462117"/>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A3A50334-5199-03F1-67B1-C9A29959222F}"/>
              </a:ext>
            </a:extLst>
          </p:cNvPr>
          <p:cNvSpPr/>
          <p:nvPr/>
        </p:nvSpPr>
        <p:spPr>
          <a:xfrm>
            <a:off x="4283758" y="1443846"/>
            <a:ext cx="750357" cy="468000"/>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8ED42F0E-ED63-12B2-C790-6AB246574849}"/>
              </a:ext>
            </a:extLst>
          </p:cNvPr>
          <p:cNvCxnSpPr>
            <a:cxnSpLocks/>
          </p:cNvCxnSpPr>
          <p:nvPr/>
        </p:nvCxnSpPr>
        <p:spPr>
          <a:xfrm flipH="1">
            <a:off x="5034115" y="1872517"/>
            <a:ext cx="12192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4699AF9-D1C8-49A2-0939-1AF96B8ED1C5}"/>
              </a:ext>
            </a:extLst>
          </p:cNvPr>
          <p:cNvSpPr txBox="1"/>
          <p:nvPr/>
        </p:nvSpPr>
        <p:spPr>
          <a:xfrm>
            <a:off x="6184489" y="1637862"/>
            <a:ext cx="750356" cy="461665"/>
          </a:xfrm>
          <a:prstGeom prst="rect">
            <a:avLst/>
          </a:prstGeom>
          <a:noFill/>
        </p:spPr>
        <p:txBody>
          <a:bodyPr wrap="square" rtlCol="0">
            <a:spAutoFit/>
          </a:bodyPr>
          <a:lstStyle/>
          <a:p>
            <a:r>
              <a:rPr lang="en-US" sz="2400" b="1" dirty="0">
                <a:solidFill>
                  <a:srgbClr val="FF0000"/>
                </a:solidFill>
              </a:rPr>
              <a:t>1.</a:t>
            </a:r>
            <a:endParaRPr lang="en-US" b="1" dirty="0">
              <a:solidFill>
                <a:srgbClr val="FF0000"/>
              </a:solidFill>
            </a:endParaRPr>
          </a:p>
        </p:txBody>
      </p:sp>
      <p:cxnSp>
        <p:nvCxnSpPr>
          <p:cNvPr id="15" name="Straight Arrow Connector 14">
            <a:extLst>
              <a:ext uri="{FF2B5EF4-FFF2-40B4-BE49-F238E27FC236}">
                <a16:creationId xmlns:a16="http://schemas.microsoft.com/office/drawing/2014/main" id="{0C8F8694-29F8-6EEB-B38D-28EA16A23B1B}"/>
              </a:ext>
            </a:extLst>
          </p:cNvPr>
          <p:cNvCxnSpPr>
            <a:cxnSpLocks/>
          </p:cNvCxnSpPr>
          <p:nvPr/>
        </p:nvCxnSpPr>
        <p:spPr>
          <a:xfrm flipH="1">
            <a:off x="8522075" y="3033251"/>
            <a:ext cx="55309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4731FD0-D924-0724-31E1-195452589D3B}"/>
              </a:ext>
            </a:extLst>
          </p:cNvPr>
          <p:cNvSpPr txBox="1"/>
          <p:nvPr/>
        </p:nvSpPr>
        <p:spPr>
          <a:xfrm>
            <a:off x="9075174" y="2802193"/>
            <a:ext cx="750356" cy="461665"/>
          </a:xfrm>
          <a:prstGeom prst="rect">
            <a:avLst/>
          </a:prstGeom>
          <a:noFill/>
        </p:spPr>
        <p:txBody>
          <a:bodyPr wrap="square" rtlCol="0">
            <a:spAutoFit/>
          </a:bodyPr>
          <a:lstStyle/>
          <a:p>
            <a:r>
              <a:rPr lang="en-US" sz="2400" b="1" dirty="0">
                <a:solidFill>
                  <a:srgbClr val="FF0000"/>
                </a:solidFill>
              </a:rPr>
              <a:t>2.</a:t>
            </a:r>
            <a:endParaRPr lang="en-US" b="1" dirty="0">
              <a:solidFill>
                <a:srgbClr val="FF0000"/>
              </a:solidFill>
            </a:endParaRPr>
          </a:p>
        </p:txBody>
      </p:sp>
      <p:sp>
        <p:nvSpPr>
          <p:cNvPr id="18" name="TextBox 17">
            <a:extLst>
              <a:ext uri="{FF2B5EF4-FFF2-40B4-BE49-F238E27FC236}">
                <a16:creationId xmlns:a16="http://schemas.microsoft.com/office/drawing/2014/main" id="{9CCEF3FF-7603-8B1C-7B59-13C749A21BEB}"/>
              </a:ext>
            </a:extLst>
          </p:cNvPr>
          <p:cNvSpPr txBox="1"/>
          <p:nvPr/>
        </p:nvSpPr>
        <p:spPr>
          <a:xfrm>
            <a:off x="324464" y="1897626"/>
            <a:ext cx="3959293" cy="4524315"/>
          </a:xfrm>
          <a:prstGeom prst="rect">
            <a:avLst/>
          </a:prstGeom>
          <a:noFill/>
        </p:spPr>
        <p:txBody>
          <a:bodyPr wrap="square" rtlCol="0">
            <a:spAutoFit/>
          </a:bodyPr>
          <a:lstStyle/>
          <a:p>
            <a:r>
              <a:rPr lang="en-US" dirty="0"/>
              <a:t>When you press save as shown in last slide. the deployment process start automatically. </a:t>
            </a:r>
          </a:p>
          <a:p>
            <a:endParaRPr lang="en-US" dirty="0"/>
          </a:p>
          <a:p>
            <a:r>
              <a:rPr lang="en-US" dirty="0"/>
              <a:t>To see this now you have to got to in code option on top bar as shown in figure. after goes into the code you can see the brown dot in the heading of your project. </a:t>
            </a:r>
          </a:p>
          <a:p>
            <a:endParaRPr lang="en-US" dirty="0"/>
          </a:p>
          <a:p>
            <a:r>
              <a:rPr lang="en-US" dirty="0"/>
              <a:t>To see how deployment is going on you can click on the brown button and the pop up message is available you can see in next slide. </a:t>
            </a:r>
          </a:p>
        </p:txBody>
      </p:sp>
    </p:spTree>
    <p:extLst>
      <p:ext uri="{BB962C8B-B14F-4D97-AF65-F5344CB8AC3E}">
        <p14:creationId xmlns:p14="http://schemas.microsoft.com/office/powerpoint/2010/main" val="60090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screenshot of a computer&#10;&#10;AI-generated content may be incorrect.">
            <a:extLst>
              <a:ext uri="{FF2B5EF4-FFF2-40B4-BE49-F238E27FC236}">
                <a16:creationId xmlns:a16="http://schemas.microsoft.com/office/drawing/2014/main" id="{E13A765F-7A98-7EC8-A001-1C17198BD839}"/>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171" r="18324" b="-396"/>
          <a:stretch/>
        </p:blipFill>
        <p:spPr>
          <a:xfrm>
            <a:off x="3382810" y="1429627"/>
            <a:ext cx="8809190" cy="4758812"/>
          </a:xfrm>
        </p:spPr>
      </p:pic>
      <p:sp>
        <p:nvSpPr>
          <p:cNvPr id="3" name="Footer Placeholder 2">
            <a:extLst>
              <a:ext uri="{FF2B5EF4-FFF2-40B4-BE49-F238E27FC236}">
                <a16:creationId xmlns:a16="http://schemas.microsoft.com/office/drawing/2014/main" id="{B42876AB-06C0-161C-2972-A57067A92DF8}"/>
              </a:ext>
            </a:extLst>
          </p:cNvPr>
          <p:cNvSpPr>
            <a:spLocks noGrp="1"/>
          </p:cNvSpPr>
          <p:nvPr>
            <p:ph type="ftr" sz="quarter" idx="26"/>
          </p:nvPr>
        </p:nvSpPr>
        <p:spPr/>
        <p:txBody>
          <a:bodyPr/>
          <a:lstStyle/>
          <a:p>
            <a:r>
              <a:rPr lang="de-DE"/>
              <a:t>OTH Regensburg | Piyushkumar Baldha | MEM Master Thesis</a:t>
            </a:r>
            <a:endParaRPr lang="de-DE" dirty="0"/>
          </a:p>
        </p:txBody>
      </p:sp>
      <p:sp>
        <p:nvSpPr>
          <p:cNvPr id="4" name="Slide Number Placeholder 3">
            <a:extLst>
              <a:ext uri="{FF2B5EF4-FFF2-40B4-BE49-F238E27FC236}">
                <a16:creationId xmlns:a16="http://schemas.microsoft.com/office/drawing/2014/main" id="{F6CC7593-F33D-9A4D-ED0A-68BD0F6B2584}"/>
              </a:ext>
            </a:extLst>
          </p:cNvPr>
          <p:cNvSpPr>
            <a:spLocks noGrp="1"/>
          </p:cNvSpPr>
          <p:nvPr>
            <p:ph type="sldNum" sz="quarter" idx="4"/>
          </p:nvPr>
        </p:nvSpPr>
        <p:spPr/>
        <p:txBody>
          <a:bodyPr/>
          <a:lstStyle/>
          <a:p>
            <a:fld id="{E7298502-BA22-4927-B2ED-0A18FFA86FFE}" type="slidenum">
              <a:rPr lang="de-DE" smtClean="0"/>
              <a:pPr/>
              <a:t>7</a:t>
            </a:fld>
            <a:endParaRPr lang="de-DE" dirty="0"/>
          </a:p>
        </p:txBody>
      </p:sp>
      <p:sp>
        <p:nvSpPr>
          <p:cNvPr id="5" name="Text Placeholder 4">
            <a:extLst>
              <a:ext uri="{FF2B5EF4-FFF2-40B4-BE49-F238E27FC236}">
                <a16:creationId xmlns:a16="http://schemas.microsoft.com/office/drawing/2014/main" id="{2B2CB4AE-A203-5BD4-1988-A62B80505DA1}"/>
              </a:ext>
            </a:extLst>
          </p:cNvPr>
          <p:cNvSpPr>
            <a:spLocks noGrp="1"/>
          </p:cNvSpPr>
          <p:nvPr>
            <p:ph type="body" sz="quarter" idx="13"/>
          </p:nvPr>
        </p:nvSpPr>
        <p:spPr>
          <a:xfrm>
            <a:off x="734654" y="739270"/>
            <a:ext cx="10119053" cy="468000"/>
          </a:xfrm>
        </p:spPr>
        <p:txBody>
          <a:bodyPr/>
          <a:lstStyle/>
          <a:p>
            <a:r>
              <a:rPr lang="en-US" dirty="0"/>
              <a:t>Deployment Cont.</a:t>
            </a:r>
          </a:p>
        </p:txBody>
      </p:sp>
      <p:sp>
        <p:nvSpPr>
          <p:cNvPr id="9" name="TextBox 8">
            <a:extLst>
              <a:ext uri="{FF2B5EF4-FFF2-40B4-BE49-F238E27FC236}">
                <a16:creationId xmlns:a16="http://schemas.microsoft.com/office/drawing/2014/main" id="{193D666A-9075-C075-E362-05561A6151C6}"/>
              </a:ext>
            </a:extLst>
          </p:cNvPr>
          <p:cNvSpPr txBox="1"/>
          <p:nvPr/>
        </p:nvSpPr>
        <p:spPr>
          <a:xfrm>
            <a:off x="324465" y="1712301"/>
            <a:ext cx="2949678" cy="2031325"/>
          </a:xfrm>
          <a:prstGeom prst="rect">
            <a:avLst/>
          </a:prstGeom>
          <a:noFill/>
        </p:spPr>
        <p:txBody>
          <a:bodyPr wrap="square" rtlCol="0">
            <a:spAutoFit/>
          </a:bodyPr>
          <a:lstStyle/>
          <a:p>
            <a:r>
              <a:rPr lang="en-US" dirty="0"/>
              <a:t>As described in the previous slide, you can see the message block.</a:t>
            </a:r>
          </a:p>
          <a:p>
            <a:endParaRPr lang="en-US" dirty="0"/>
          </a:p>
          <a:p>
            <a:r>
              <a:rPr lang="en-US" dirty="0"/>
              <a:t>If you want to know more, you can view the details inside.</a:t>
            </a:r>
          </a:p>
        </p:txBody>
      </p:sp>
    </p:spTree>
    <p:extLst>
      <p:ext uri="{BB962C8B-B14F-4D97-AF65-F5344CB8AC3E}">
        <p14:creationId xmlns:p14="http://schemas.microsoft.com/office/powerpoint/2010/main" val="2508246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screenshot of a computer&#10;&#10;AI-generated content may be incorrect.">
            <a:extLst>
              <a:ext uri="{FF2B5EF4-FFF2-40B4-BE49-F238E27FC236}">
                <a16:creationId xmlns:a16="http://schemas.microsoft.com/office/drawing/2014/main" id="{5D9D9785-BBC0-4039-444C-3FC7BDBDC3C7}"/>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7680" r="19478" b="7680"/>
          <a:stretch/>
        </p:blipFill>
        <p:spPr>
          <a:xfrm>
            <a:off x="3493729" y="1501075"/>
            <a:ext cx="8698271" cy="4427037"/>
          </a:xfrm>
        </p:spPr>
      </p:pic>
      <p:sp>
        <p:nvSpPr>
          <p:cNvPr id="3" name="Footer Placeholder 2">
            <a:extLst>
              <a:ext uri="{FF2B5EF4-FFF2-40B4-BE49-F238E27FC236}">
                <a16:creationId xmlns:a16="http://schemas.microsoft.com/office/drawing/2014/main" id="{B9517EAA-EB15-1AA2-330C-797066E2B089}"/>
              </a:ext>
            </a:extLst>
          </p:cNvPr>
          <p:cNvSpPr>
            <a:spLocks noGrp="1"/>
          </p:cNvSpPr>
          <p:nvPr>
            <p:ph type="ftr" sz="quarter" idx="26"/>
          </p:nvPr>
        </p:nvSpPr>
        <p:spPr/>
        <p:txBody>
          <a:bodyPr/>
          <a:lstStyle/>
          <a:p>
            <a:r>
              <a:rPr lang="de-DE"/>
              <a:t>OTH Regensburg | Piyushkumar Baldha | MEM Master Thesis</a:t>
            </a:r>
            <a:endParaRPr lang="de-DE" dirty="0"/>
          </a:p>
        </p:txBody>
      </p:sp>
      <p:sp>
        <p:nvSpPr>
          <p:cNvPr id="4" name="Slide Number Placeholder 3">
            <a:extLst>
              <a:ext uri="{FF2B5EF4-FFF2-40B4-BE49-F238E27FC236}">
                <a16:creationId xmlns:a16="http://schemas.microsoft.com/office/drawing/2014/main" id="{63DCF33C-394D-B8C9-D46B-D3DAF2EF6342}"/>
              </a:ext>
            </a:extLst>
          </p:cNvPr>
          <p:cNvSpPr>
            <a:spLocks noGrp="1"/>
          </p:cNvSpPr>
          <p:nvPr>
            <p:ph type="sldNum" sz="quarter" idx="4"/>
          </p:nvPr>
        </p:nvSpPr>
        <p:spPr/>
        <p:txBody>
          <a:bodyPr/>
          <a:lstStyle/>
          <a:p>
            <a:fld id="{E7298502-BA22-4927-B2ED-0A18FFA86FFE}" type="slidenum">
              <a:rPr lang="de-DE" smtClean="0"/>
              <a:pPr/>
              <a:t>8</a:t>
            </a:fld>
            <a:endParaRPr lang="de-DE" dirty="0"/>
          </a:p>
        </p:txBody>
      </p:sp>
      <p:sp>
        <p:nvSpPr>
          <p:cNvPr id="9" name="Text Placeholder 4">
            <a:extLst>
              <a:ext uri="{FF2B5EF4-FFF2-40B4-BE49-F238E27FC236}">
                <a16:creationId xmlns:a16="http://schemas.microsoft.com/office/drawing/2014/main" id="{27B6B927-0B84-F752-2FA6-FF7BD5C6AD8B}"/>
              </a:ext>
            </a:extLst>
          </p:cNvPr>
          <p:cNvSpPr>
            <a:spLocks noGrp="1"/>
          </p:cNvSpPr>
          <p:nvPr>
            <p:ph type="body" sz="quarter" idx="13"/>
          </p:nvPr>
        </p:nvSpPr>
        <p:spPr>
          <a:xfrm>
            <a:off x="734654" y="739270"/>
            <a:ext cx="10119053" cy="468000"/>
          </a:xfrm>
        </p:spPr>
        <p:txBody>
          <a:bodyPr/>
          <a:lstStyle/>
          <a:p>
            <a:r>
              <a:rPr lang="en-US" dirty="0"/>
              <a:t>Deployment Cont.</a:t>
            </a:r>
          </a:p>
        </p:txBody>
      </p:sp>
      <p:sp>
        <p:nvSpPr>
          <p:cNvPr id="10" name="TextBox 9">
            <a:extLst>
              <a:ext uri="{FF2B5EF4-FFF2-40B4-BE49-F238E27FC236}">
                <a16:creationId xmlns:a16="http://schemas.microsoft.com/office/drawing/2014/main" id="{59BC4B5A-F317-8ACA-373E-252B50C41E80}"/>
              </a:ext>
            </a:extLst>
          </p:cNvPr>
          <p:cNvSpPr txBox="1"/>
          <p:nvPr/>
        </p:nvSpPr>
        <p:spPr>
          <a:xfrm>
            <a:off x="324465" y="1712301"/>
            <a:ext cx="3077496" cy="2862322"/>
          </a:xfrm>
          <a:prstGeom prst="rect">
            <a:avLst/>
          </a:prstGeom>
          <a:noFill/>
        </p:spPr>
        <p:txBody>
          <a:bodyPr wrap="square" rtlCol="0">
            <a:spAutoFit/>
          </a:bodyPr>
          <a:lstStyle/>
          <a:p>
            <a:r>
              <a:rPr lang="en-US" dirty="0"/>
              <a:t>As described in the previous slide, you can see the message box.</a:t>
            </a:r>
          </a:p>
          <a:p>
            <a:endParaRPr lang="en-US" dirty="0"/>
          </a:p>
          <a:p>
            <a:r>
              <a:rPr lang="en-US" dirty="0"/>
              <a:t>All items are now checked and green, indicating success.</a:t>
            </a:r>
          </a:p>
          <a:p>
            <a:endParaRPr lang="en-US" dirty="0"/>
          </a:p>
          <a:p>
            <a:r>
              <a:rPr lang="en-US" dirty="0"/>
              <a:t>You can go ahead and close this message box.</a:t>
            </a:r>
          </a:p>
        </p:txBody>
      </p:sp>
    </p:spTree>
    <p:extLst>
      <p:ext uri="{BB962C8B-B14F-4D97-AF65-F5344CB8AC3E}">
        <p14:creationId xmlns:p14="http://schemas.microsoft.com/office/powerpoint/2010/main" val="2004167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screenshot of a computer&#10;&#10;AI-generated content may be incorrect.">
            <a:extLst>
              <a:ext uri="{FF2B5EF4-FFF2-40B4-BE49-F238E27FC236}">
                <a16:creationId xmlns:a16="http://schemas.microsoft.com/office/drawing/2014/main" id="{48DF7A67-44D4-3E73-0D69-CCA2D324E70F}"/>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1012" r="8048" b="-1970"/>
          <a:stretch/>
        </p:blipFill>
        <p:spPr>
          <a:xfrm>
            <a:off x="2274529" y="1582994"/>
            <a:ext cx="9917471" cy="4680155"/>
          </a:xfrm>
        </p:spPr>
      </p:pic>
      <p:sp>
        <p:nvSpPr>
          <p:cNvPr id="3" name="Footer Placeholder 2">
            <a:extLst>
              <a:ext uri="{FF2B5EF4-FFF2-40B4-BE49-F238E27FC236}">
                <a16:creationId xmlns:a16="http://schemas.microsoft.com/office/drawing/2014/main" id="{3B6480F7-79BF-07D1-84F4-FFE8C06C063D}"/>
              </a:ext>
            </a:extLst>
          </p:cNvPr>
          <p:cNvSpPr>
            <a:spLocks noGrp="1"/>
          </p:cNvSpPr>
          <p:nvPr>
            <p:ph type="ftr" sz="quarter" idx="26"/>
          </p:nvPr>
        </p:nvSpPr>
        <p:spPr/>
        <p:txBody>
          <a:bodyPr/>
          <a:lstStyle/>
          <a:p>
            <a:r>
              <a:rPr lang="de-DE"/>
              <a:t>OTH Regensburg | Piyushkumar Baldha | MEM Master Thesis</a:t>
            </a:r>
            <a:endParaRPr lang="de-DE" dirty="0"/>
          </a:p>
        </p:txBody>
      </p:sp>
      <p:sp>
        <p:nvSpPr>
          <p:cNvPr id="4" name="Slide Number Placeholder 3">
            <a:extLst>
              <a:ext uri="{FF2B5EF4-FFF2-40B4-BE49-F238E27FC236}">
                <a16:creationId xmlns:a16="http://schemas.microsoft.com/office/drawing/2014/main" id="{C2D26B7C-4312-E328-2774-2C7406BC0833}"/>
              </a:ext>
            </a:extLst>
          </p:cNvPr>
          <p:cNvSpPr>
            <a:spLocks noGrp="1"/>
          </p:cNvSpPr>
          <p:nvPr>
            <p:ph type="sldNum" sz="quarter" idx="4"/>
          </p:nvPr>
        </p:nvSpPr>
        <p:spPr/>
        <p:txBody>
          <a:bodyPr/>
          <a:lstStyle/>
          <a:p>
            <a:fld id="{E7298502-BA22-4927-B2ED-0A18FFA86FFE}" type="slidenum">
              <a:rPr lang="de-DE" smtClean="0"/>
              <a:pPr/>
              <a:t>9</a:t>
            </a:fld>
            <a:endParaRPr lang="de-DE" dirty="0"/>
          </a:p>
        </p:txBody>
      </p:sp>
      <p:sp>
        <p:nvSpPr>
          <p:cNvPr id="9" name="Rectangle 8">
            <a:extLst>
              <a:ext uri="{FF2B5EF4-FFF2-40B4-BE49-F238E27FC236}">
                <a16:creationId xmlns:a16="http://schemas.microsoft.com/office/drawing/2014/main" id="{FFBF1D79-77CF-4E00-AE86-A8688F5B9B18}"/>
              </a:ext>
            </a:extLst>
          </p:cNvPr>
          <p:cNvSpPr/>
          <p:nvPr/>
        </p:nvSpPr>
        <p:spPr>
          <a:xfrm>
            <a:off x="6007510" y="2875946"/>
            <a:ext cx="372686" cy="462117"/>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2155F544-C6AE-90F3-A1A9-B078D568C912}"/>
              </a:ext>
            </a:extLst>
          </p:cNvPr>
          <p:cNvSpPr txBox="1"/>
          <p:nvPr/>
        </p:nvSpPr>
        <p:spPr>
          <a:xfrm>
            <a:off x="195706" y="2399448"/>
            <a:ext cx="3077496" cy="3139321"/>
          </a:xfrm>
          <a:prstGeom prst="rect">
            <a:avLst/>
          </a:prstGeom>
          <a:noFill/>
        </p:spPr>
        <p:txBody>
          <a:bodyPr wrap="square" rtlCol="0">
            <a:spAutoFit/>
          </a:bodyPr>
          <a:lstStyle/>
          <a:p>
            <a:r>
              <a:rPr lang="en-US" dirty="0"/>
              <a:t>After closing the box as described in the previous slide, you will see a green check mark.</a:t>
            </a:r>
          </a:p>
          <a:p>
            <a:endParaRPr lang="en-US" dirty="0"/>
          </a:p>
          <a:p>
            <a:r>
              <a:rPr lang="en-US" dirty="0"/>
              <a:t>The brown dot will change into a green check mark, which indicates that the deployment is complete and there are no errors.</a:t>
            </a:r>
          </a:p>
        </p:txBody>
      </p:sp>
      <p:sp>
        <p:nvSpPr>
          <p:cNvPr id="11" name="Text Placeholder 4">
            <a:extLst>
              <a:ext uri="{FF2B5EF4-FFF2-40B4-BE49-F238E27FC236}">
                <a16:creationId xmlns:a16="http://schemas.microsoft.com/office/drawing/2014/main" id="{33259FC8-D7F8-4EEE-10E2-3AF18EAE91AF}"/>
              </a:ext>
            </a:extLst>
          </p:cNvPr>
          <p:cNvSpPr>
            <a:spLocks noGrp="1"/>
          </p:cNvSpPr>
          <p:nvPr>
            <p:ph type="body" sz="quarter" idx="13"/>
          </p:nvPr>
        </p:nvSpPr>
        <p:spPr>
          <a:xfrm>
            <a:off x="734654" y="739270"/>
            <a:ext cx="10119053" cy="468000"/>
          </a:xfrm>
        </p:spPr>
        <p:txBody>
          <a:bodyPr/>
          <a:lstStyle/>
          <a:p>
            <a:r>
              <a:rPr lang="en-US" dirty="0"/>
              <a:t>Deployment Cont.</a:t>
            </a:r>
          </a:p>
        </p:txBody>
      </p:sp>
    </p:spTree>
    <p:extLst>
      <p:ext uri="{BB962C8B-B14F-4D97-AF65-F5344CB8AC3E}">
        <p14:creationId xmlns:p14="http://schemas.microsoft.com/office/powerpoint/2010/main" val="2010418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screenshot of a computer&#10;&#10;AI-generated content may be incorrect.">
            <a:extLst>
              <a:ext uri="{FF2B5EF4-FFF2-40B4-BE49-F238E27FC236}">
                <a16:creationId xmlns:a16="http://schemas.microsoft.com/office/drawing/2014/main" id="{5E65ADF4-0BF7-FC19-BD1F-AE2E91981A27}"/>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0088" r="5891" b="-442"/>
          <a:stretch/>
        </p:blipFill>
        <p:spPr>
          <a:xfrm>
            <a:off x="3130038" y="1354362"/>
            <a:ext cx="9061962" cy="4906374"/>
          </a:xfrm>
        </p:spPr>
      </p:pic>
      <p:sp>
        <p:nvSpPr>
          <p:cNvPr id="3" name="Footer Placeholder 2">
            <a:extLst>
              <a:ext uri="{FF2B5EF4-FFF2-40B4-BE49-F238E27FC236}">
                <a16:creationId xmlns:a16="http://schemas.microsoft.com/office/drawing/2014/main" id="{6F702536-94D0-88F8-D766-E22DC3DFAC15}"/>
              </a:ext>
            </a:extLst>
          </p:cNvPr>
          <p:cNvSpPr>
            <a:spLocks noGrp="1"/>
          </p:cNvSpPr>
          <p:nvPr>
            <p:ph type="ftr" sz="quarter" idx="26"/>
          </p:nvPr>
        </p:nvSpPr>
        <p:spPr/>
        <p:txBody>
          <a:bodyPr/>
          <a:lstStyle/>
          <a:p>
            <a:r>
              <a:rPr lang="de-DE" dirty="0"/>
              <a:t>OTH Regensburg | Piyushkumar Baldha | MEM Master Thesis</a:t>
            </a:r>
          </a:p>
        </p:txBody>
      </p:sp>
      <p:sp>
        <p:nvSpPr>
          <p:cNvPr id="4" name="Slide Number Placeholder 3">
            <a:extLst>
              <a:ext uri="{FF2B5EF4-FFF2-40B4-BE49-F238E27FC236}">
                <a16:creationId xmlns:a16="http://schemas.microsoft.com/office/drawing/2014/main" id="{6A140EF3-4362-E438-2561-4F3E6D75E2A9}"/>
              </a:ext>
            </a:extLst>
          </p:cNvPr>
          <p:cNvSpPr>
            <a:spLocks noGrp="1"/>
          </p:cNvSpPr>
          <p:nvPr>
            <p:ph type="sldNum" sz="quarter" idx="4"/>
          </p:nvPr>
        </p:nvSpPr>
        <p:spPr/>
        <p:txBody>
          <a:bodyPr/>
          <a:lstStyle/>
          <a:p>
            <a:fld id="{E7298502-BA22-4927-B2ED-0A18FFA86FFE}" type="slidenum">
              <a:rPr lang="de-DE" smtClean="0"/>
              <a:pPr/>
              <a:t>10</a:t>
            </a:fld>
            <a:endParaRPr lang="de-DE" dirty="0"/>
          </a:p>
        </p:txBody>
      </p:sp>
      <p:sp>
        <p:nvSpPr>
          <p:cNvPr id="9" name="Rectangle 8">
            <a:extLst>
              <a:ext uri="{FF2B5EF4-FFF2-40B4-BE49-F238E27FC236}">
                <a16:creationId xmlns:a16="http://schemas.microsoft.com/office/drawing/2014/main" id="{47A472F7-856E-B2B2-0E53-193AB0FFB8FF}"/>
              </a:ext>
            </a:extLst>
          </p:cNvPr>
          <p:cNvSpPr/>
          <p:nvPr/>
        </p:nvSpPr>
        <p:spPr>
          <a:xfrm>
            <a:off x="5642968" y="2612609"/>
            <a:ext cx="6551664" cy="717755"/>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BDF254C5-B9F8-4DB6-33F8-F6883C2DC8C3}"/>
              </a:ext>
            </a:extLst>
          </p:cNvPr>
          <p:cNvSpPr txBox="1"/>
          <p:nvPr/>
        </p:nvSpPr>
        <p:spPr>
          <a:xfrm>
            <a:off x="210470" y="1606514"/>
            <a:ext cx="3077496" cy="4801314"/>
          </a:xfrm>
          <a:prstGeom prst="rect">
            <a:avLst/>
          </a:prstGeom>
          <a:noFill/>
        </p:spPr>
        <p:txBody>
          <a:bodyPr wrap="square" rtlCol="0">
            <a:spAutoFit/>
          </a:bodyPr>
          <a:lstStyle/>
          <a:p>
            <a:r>
              <a:rPr lang="en-US" dirty="0"/>
              <a:t>Now, go to Settings as shown in the image, and select the Pages option on the left-hand side.</a:t>
            </a:r>
          </a:p>
          <a:p>
            <a:endParaRPr lang="en-US" dirty="0"/>
          </a:p>
          <a:p>
            <a:r>
              <a:rPr lang="en-US" dirty="0"/>
              <a:t>Here, you will see the site link. You can now visit your own static website. Simply copy and share the link with anyone you like.</a:t>
            </a:r>
          </a:p>
          <a:p>
            <a:endParaRPr lang="en-US" dirty="0"/>
          </a:p>
          <a:p>
            <a:r>
              <a:rPr lang="en-US" dirty="0"/>
              <a:t>If at any point you want to remove the site from being online, you can simply unpublish the website.</a:t>
            </a:r>
          </a:p>
        </p:txBody>
      </p:sp>
      <p:sp>
        <p:nvSpPr>
          <p:cNvPr id="11" name="Rectangle 10">
            <a:extLst>
              <a:ext uri="{FF2B5EF4-FFF2-40B4-BE49-F238E27FC236}">
                <a16:creationId xmlns:a16="http://schemas.microsoft.com/office/drawing/2014/main" id="{3A515973-E31D-C35C-2375-EE45148A4482}"/>
              </a:ext>
            </a:extLst>
          </p:cNvPr>
          <p:cNvSpPr/>
          <p:nvPr/>
        </p:nvSpPr>
        <p:spPr>
          <a:xfrm>
            <a:off x="8522075" y="1297780"/>
            <a:ext cx="750357" cy="468000"/>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B1E10823-E6AE-3F44-67F4-11C8EA59DE6E}"/>
              </a:ext>
            </a:extLst>
          </p:cNvPr>
          <p:cNvCxnSpPr>
            <a:cxnSpLocks/>
          </p:cNvCxnSpPr>
          <p:nvPr/>
        </p:nvCxnSpPr>
        <p:spPr>
          <a:xfrm flipH="1">
            <a:off x="9272432" y="1726451"/>
            <a:ext cx="12192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B1552B6-6C89-E4A4-4E51-F8A6364B75AF}"/>
              </a:ext>
            </a:extLst>
          </p:cNvPr>
          <p:cNvSpPr txBox="1"/>
          <p:nvPr/>
        </p:nvSpPr>
        <p:spPr>
          <a:xfrm>
            <a:off x="10422806" y="1491796"/>
            <a:ext cx="750356" cy="461665"/>
          </a:xfrm>
          <a:prstGeom prst="rect">
            <a:avLst/>
          </a:prstGeom>
          <a:noFill/>
        </p:spPr>
        <p:txBody>
          <a:bodyPr wrap="square" rtlCol="0">
            <a:spAutoFit/>
          </a:bodyPr>
          <a:lstStyle/>
          <a:p>
            <a:r>
              <a:rPr lang="en-US" sz="2400" b="1" dirty="0">
                <a:solidFill>
                  <a:srgbClr val="FF0000"/>
                </a:solidFill>
              </a:rPr>
              <a:t>1.</a:t>
            </a:r>
            <a:endParaRPr lang="en-US" b="1" dirty="0">
              <a:solidFill>
                <a:srgbClr val="FF0000"/>
              </a:solidFill>
            </a:endParaRPr>
          </a:p>
        </p:txBody>
      </p:sp>
      <p:sp>
        <p:nvSpPr>
          <p:cNvPr id="14" name="Rectangle 13">
            <a:extLst>
              <a:ext uri="{FF2B5EF4-FFF2-40B4-BE49-F238E27FC236}">
                <a16:creationId xmlns:a16="http://schemas.microsoft.com/office/drawing/2014/main" id="{CE68F523-550E-F1F3-8F47-606719EDA366}"/>
              </a:ext>
            </a:extLst>
          </p:cNvPr>
          <p:cNvSpPr/>
          <p:nvPr/>
        </p:nvSpPr>
        <p:spPr>
          <a:xfrm>
            <a:off x="3130038" y="5899354"/>
            <a:ext cx="893521" cy="361381"/>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EE913442-45C8-949A-A871-E25658380054}"/>
              </a:ext>
            </a:extLst>
          </p:cNvPr>
          <p:cNvCxnSpPr>
            <a:cxnSpLocks/>
          </p:cNvCxnSpPr>
          <p:nvPr/>
        </p:nvCxnSpPr>
        <p:spPr>
          <a:xfrm flipH="1">
            <a:off x="4023559" y="6163540"/>
            <a:ext cx="12192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99EE945-3AFF-B0DD-6EE9-37214F53529C}"/>
              </a:ext>
            </a:extLst>
          </p:cNvPr>
          <p:cNvSpPr txBox="1"/>
          <p:nvPr/>
        </p:nvSpPr>
        <p:spPr>
          <a:xfrm>
            <a:off x="5173933" y="5928885"/>
            <a:ext cx="750356" cy="461665"/>
          </a:xfrm>
          <a:prstGeom prst="rect">
            <a:avLst/>
          </a:prstGeom>
          <a:noFill/>
        </p:spPr>
        <p:txBody>
          <a:bodyPr wrap="square" rtlCol="0">
            <a:spAutoFit/>
          </a:bodyPr>
          <a:lstStyle/>
          <a:p>
            <a:r>
              <a:rPr lang="en-US" sz="2400" b="1" dirty="0">
                <a:solidFill>
                  <a:srgbClr val="FF0000"/>
                </a:solidFill>
              </a:rPr>
              <a:t>2.</a:t>
            </a:r>
            <a:endParaRPr lang="en-US" b="1" dirty="0">
              <a:solidFill>
                <a:srgbClr val="FF0000"/>
              </a:solidFill>
            </a:endParaRPr>
          </a:p>
        </p:txBody>
      </p:sp>
      <p:cxnSp>
        <p:nvCxnSpPr>
          <p:cNvPr id="19" name="Connector: Elbow 18">
            <a:extLst>
              <a:ext uri="{FF2B5EF4-FFF2-40B4-BE49-F238E27FC236}">
                <a16:creationId xmlns:a16="http://schemas.microsoft.com/office/drawing/2014/main" id="{D3DC0CFA-3D3B-AE06-CEDD-2B508FE3642A}"/>
              </a:ext>
            </a:extLst>
          </p:cNvPr>
          <p:cNvCxnSpPr>
            <a:stCxn id="9" idx="2"/>
          </p:cNvCxnSpPr>
          <p:nvPr/>
        </p:nvCxnSpPr>
        <p:spPr>
          <a:xfrm rot="16200000" flipH="1">
            <a:off x="8931692" y="3317472"/>
            <a:ext cx="661533" cy="687316"/>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32E25BE-8B47-5CA3-8CFE-899FA6C20E03}"/>
              </a:ext>
            </a:extLst>
          </p:cNvPr>
          <p:cNvSpPr txBox="1"/>
          <p:nvPr/>
        </p:nvSpPr>
        <p:spPr>
          <a:xfrm>
            <a:off x="9506854" y="3784194"/>
            <a:ext cx="750356" cy="461665"/>
          </a:xfrm>
          <a:prstGeom prst="rect">
            <a:avLst/>
          </a:prstGeom>
          <a:noFill/>
        </p:spPr>
        <p:txBody>
          <a:bodyPr wrap="square" rtlCol="0">
            <a:spAutoFit/>
          </a:bodyPr>
          <a:lstStyle/>
          <a:p>
            <a:r>
              <a:rPr lang="en-US" sz="2400" b="1" dirty="0">
                <a:solidFill>
                  <a:srgbClr val="FF0000"/>
                </a:solidFill>
              </a:rPr>
              <a:t>3.</a:t>
            </a:r>
            <a:endParaRPr lang="en-US" b="1" dirty="0">
              <a:solidFill>
                <a:srgbClr val="FF0000"/>
              </a:solidFill>
            </a:endParaRPr>
          </a:p>
        </p:txBody>
      </p:sp>
      <p:sp>
        <p:nvSpPr>
          <p:cNvPr id="23" name="Text Placeholder 4">
            <a:extLst>
              <a:ext uri="{FF2B5EF4-FFF2-40B4-BE49-F238E27FC236}">
                <a16:creationId xmlns:a16="http://schemas.microsoft.com/office/drawing/2014/main" id="{DA07D505-2D26-06CB-47EA-4199997C8B70}"/>
              </a:ext>
            </a:extLst>
          </p:cNvPr>
          <p:cNvSpPr>
            <a:spLocks noGrp="1"/>
          </p:cNvSpPr>
          <p:nvPr>
            <p:ph type="body" sz="quarter" idx="13"/>
          </p:nvPr>
        </p:nvSpPr>
        <p:spPr>
          <a:xfrm>
            <a:off x="734654" y="739270"/>
            <a:ext cx="10119053" cy="468000"/>
          </a:xfrm>
        </p:spPr>
        <p:txBody>
          <a:bodyPr/>
          <a:lstStyle/>
          <a:p>
            <a:r>
              <a:rPr lang="en-US" dirty="0"/>
              <a:t>Deployment Cont.</a:t>
            </a:r>
          </a:p>
        </p:txBody>
      </p:sp>
    </p:spTree>
    <p:extLst>
      <p:ext uri="{BB962C8B-B14F-4D97-AF65-F5344CB8AC3E}">
        <p14:creationId xmlns:p14="http://schemas.microsoft.com/office/powerpoint/2010/main" val="2487652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6B52A6-0A26-A25C-34FA-C4EDFF0D31BE}"/>
              </a:ext>
            </a:extLst>
          </p:cNvPr>
          <p:cNvSpPr txBox="1">
            <a:spLocks/>
          </p:cNvSpPr>
          <p:nvPr/>
        </p:nvSpPr>
        <p:spPr>
          <a:xfrm>
            <a:off x="4078168" y="2766218"/>
            <a:ext cx="5177366"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600" b="1" dirty="0">
                <a:latin typeface="Times New Roman" panose="02020603050405020304" pitchFamily="18" charset="0"/>
                <a:cs typeface="Times New Roman" panose="02020603050405020304" pitchFamily="18" charset="0"/>
              </a:rPr>
              <a:t>Thank You</a:t>
            </a:r>
            <a:endParaRPr lang="en-US" sz="6600"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21A7E9DD-4AC8-E39A-A58D-A4E1AD21D3FC}"/>
              </a:ext>
            </a:extLst>
          </p:cNvPr>
          <p:cNvSpPr>
            <a:spLocks noGrp="1"/>
          </p:cNvSpPr>
          <p:nvPr>
            <p:ph type="sldNum" sz="quarter" idx="4"/>
          </p:nvPr>
        </p:nvSpPr>
        <p:spPr/>
        <p:txBody>
          <a:bodyPr/>
          <a:lstStyle/>
          <a:p>
            <a:fld id="{E7298502-BA22-4927-B2ED-0A18FFA86FFE}" type="slidenum">
              <a:rPr lang="de-DE" smtClean="0"/>
              <a:pPr/>
              <a:t>11</a:t>
            </a:fld>
            <a:endParaRPr lang="de-DE" dirty="0"/>
          </a:p>
        </p:txBody>
      </p:sp>
      <p:sp>
        <p:nvSpPr>
          <p:cNvPr id="11" name="Footer Placeholder 10">
            <a:extLst>
              <a:ext uri="{FF2B5EF4-FFF2-40B4-BE49-F238E27FC236}">
                <a16:creationId xmlns:a16="http://schemas.microsoft.com/office/drawing/2014/main" id="{C9873625-0A75-F3C3-7415-EAB15E931CBD}"/>
              </a:ext>
            </a:extLst>
          </p:cNvPr>
          <p:cNvSpPr>
            <a:spLocks noGrp="1"/>
          </p:cNvSpPr>
          <p:nvPr>
            <p:ph type="ftr" sz="quarter" idx="26"/>
          </p:nvPr>
        </p:nvSpPr>
        <p:spPr/>
        <p:txBody>
          <a:bodyPr/>
          <a:lstStyle/>
          <a:p>
            <a:r>
              <a:rPr lang="de-DE"/>
              <a:t>OTH Regensburg | Piyushkumar Baldha | MEM Master Thesis</a:t>
            </a:r>
            <a:endParaRPr lang="de-DE" dirty="0"/>
          </a:p>
        </p:txBody>
      </p:sp>
    </p:spTree>
    <p:extLst>
      <p:ext uri="{BB962C8B-B14F-4D97-AF65-F5344CB8AC3E}">
        <p14:creationId xmlns:p14="http://schemas.microsoft.com/office/powerpoint/2010/main" val="3836291167"/>
      </p:ext>
    </p:extLst>
  </p:cSld>
  <p:clrMapOvr>
    <a:masterClrMapping/>
  </p:clrMapOvr>
</p:sld>
</file>

<file path=ppt/theme/theme1.xml><?xml version="1.0" encoding="utf-8"?>
<a:theme xmlns:a="http://schemas.openxmlformats.org/drawingml/2006/main" name="Office">
  <a:themeElements>
    <a:clrScheme name="OTH Regensburg">
      <a:dk1>
        <a:sysClr val="windowText" lastClr="000000"/>
      </a:dk1>
      <a:lt1>
        <a:sysClr val="window" lastClr="FFFFFF"/>
      </a:lt1>
      <a:dk2>
        <a:srgbClr val="9D9D9C"/>
      </a:dk2>
      <a:lt2>
        <a:srgbClr val="F1F5F9"/>
      </a:lt2>
      <a:accent1>
        <a:srgbClr val="000000"/>
      </a:accent1>
      <a:accent2>
        <a:srgbClr val="FFFFFF"/>
      </a:accent2>
      <a:accent3>
        <a:srgbClr val="9D9D9C"/>
      </a:accent3>
      <a:accent4>
        <a:srgbClr val="F1F5F9"/>
      </a:accent4>
      <a:accent5>
        <a:srgbClr val="CBD5E1"/>
      </a:accent5>
      <a:accent6>
        <a:srgbClr val="164194"/>
      </a:accent6>
      <a:hlink>
        <a:srgbClr val="0563C1"/>
      </a:hlink>
      <a:folHlink>
        <a:srgbClr val="954F72"/>
      </a:folHlink>
    </a:clrScheme>
    <a:fontScheme name="OTH Regensburg">
      <a:majorFont>
        <a:latin typeface="Lucida Sans"/>
        <a:ea typeface=""/>
        <a:cs typeface=""/>
      </a:majorFont>
      <a:minorFont>
        <a:latin typeface="Lucid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Gruppe_x0020_Studierende xmlns="60ae07f9-c710-4147-a4bb-ffce3af5c857">Ja</Gruppe_x0020_Studierende>
    <D_x002d_Nr xmlns="60ae07f9-c710-4147-a4bb-ffce3af5c857">876</D_x002d_Nr>
    <Pr_x00fc_fer xmlns="60ae07f9-c710-4147-a4bb-ffce3af5c857">
      <UserInfo>
        <DisplayName>Alisa Weinhold</DisplayName>
        <AccountId>2567</AccountId>
        <AccountType/>
      </UserInfo>
    </Pr_x00fc_fer>
    <Freigeber xmlns="60ae07f9-c710-4147-a4bb-ffce3af5c857">
      <UserInfo>
        <DisplayName>Alisa Weinhold</DisplayName>
        <AccountId>2567</AccountId>
        <AccountType/>
      </UserInfo>
    </Freigeber>
    <Automatische_x002d_DNR_x002d_Vergabe xmlns="60ae07f9-c710-4147-a4bb-ffce3af5c857">
      <Url>https://sp.hs-regensburg.de/QuO/QuD-Portal/_layouts/15/wrkstat.aspx?List=60ae07f9-c710-4147-a4bb-ffce3af5c857&amp;WorkflowInstanceName=604c5300-fe88-4c3b-9e86-5b3313bf58cc</Url>
      <Description>Stufe 1</Description>
    </Automatische_x002d_DNR_x002d_Vergabe>
    <IconOverlay xmlns="http://schemas.microsoft.com/sharepoint/v4" xsi:nil="true"/>
    <Bezeichnung xmlns="60ae07f9-c710-4147-a4bb-ffce3af5c857">Hochschulpräsentation OTH Regensburg - Vereinfachte Version - 16x9</Bezeichnung>
    <Dokumentenart0 xmlns="60ae07f9-c710-4147-a4bb-ffce3af5c857">Allgemeine Information</Dokumentenart0>
    <Ersteller xmlns="60ae07f9-c710-4147-a4bb-ffce3af5c857">
      <UserInfo>
        <DisplayName>Guelay Sahil</DisplayName>
        <AccountId>240</AccountId>
        <AccountType/>
      </UserInfo>
    </Ersteller>
    <Ausgabedatum xmlns="60ae07f9-c710-4147-a4bb-ffce3af5c857">2024-06-11T22:00:00+00:00</Ausgabedatum>
    <G_x00fc_ltig_x0020_bis xmlns="60ae07f9-c710-4147-a4bb-ffce3af5c857">2026-06-11T22:00:00+00:00</G_x00fc_ltig_x0020_bis>
    <Verantwortlich xmlns="60ae07f9-c710-4147-a4bb-ffce3af5c857">Kom</Verantwortlich>
    <Dokumentenart xmlns="60ae07f9-c710-4147-a4bb-ffce3af5c857">Kommunikation</Dokumentenart>
    <_dlc_DocId xmlns="44449387-be1d-4a23-a037-6363c2cb9483">MJAR55X3VR3P-1995469596-876</_dlc_DocId>
    <_dlc_DocIdUrl xmlns="44449387-be1d-4a23-a037-6363c2cb9483">
      <Url>https://sp.hs-regensburg.de/QuO/QuD-Portal/_layouts/15/DocIdRedir.aspx?ID=MJAR55X3VR3P-1995469596-876</Url>
      <Description>MJAR55X3VR3P-1995469596-876</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kument" ma:contentTypeID="0x010100C57B14DE6374884BB9584889D35A57C4" ma:contentTypeVersion="17" ma:contentTypeDescription="Ein neues Dokument erstellen." ma:contentTypeScope="" ma:versionID="c4e626512990462bdca8a61113bf2516">
  <xsd:schema xmlns:xsd="http://www.w3.org/2001/XMLSchema" xmlns:xs="http://www.w3.org/2001/XMLSchema" xmlns:p="http://schemas.microsoft.com/office/2006/metadata/properties" xmlns:ns1="60ae07f9-c710-4147-a4bb-ffce3af5c857" xmlns:ns3="44449387-be1d-4a23-a037-6363c2cb9483" xmlns:ns4="http://schemas.microsoft.com/sharepoint/v4" xmlns:ns5="b4925834-f9db-4428-ab6a-226ee0e4aea1" targetNamespace="http://schemas.microsoft.com/office/2006/metadata/properties" ma:root="true" ma:fieldsID="003c649dfcdce387eea83ba07e70b3e8" ns1:_="" ns3:_="" ns4:_="" ns5:_="">
    <xsd:import namespace="60ae07f9-c710-4147-a4bb-ffce3af5c857"/>
    <xsd:import namespace="44449387-be1d-4a23-a037-6363c2cb9483"/>
    <xsd:import namespace="http://schemas.microsoft.com/sharepoint/v4"/>
    <xsd:import namespace="b4925834-f9db-4428-ab6a-226ee0e4aea1"/>
    <xsd:element name="properties">
      <xsd:complexType>
        <xsd:sequence>
          <xsd:element name="documentManagement">
            <xsd:complexType>
              <xsd:all>
                <xsd:element ref="ns1:Dokumentenart0" minOccurs="0"/>
                <xsd:element ref="ns1:Verantwortlich" minOccurs="0"/>
                <xsd:element ref="ns1:Dokumentenart" minOccurs="0"/>
                <xsd:element ref="ns1:Bezeichnung" minOccurs="0"/>
                <xsd:element ref="ns1:Ausgabedatum" minOccurs="0"/>
                <xsd:element ref="ns1:G_x00fc_ltig_x0020_bis" minOccurs="0"/>
                <xsd:element ref="ns1:Ersteller" minOccurs="0"/>
                <xsd:element ref="ns1:Pr_x00fc_fer" minOccurs="0"/>
                <xsd:element ref="ns1:Freigeber" minOccurs="0"/>
                <xsd:element ref="ns3:_dlc_DocId" minOccurs="0"/>
                <xsd:element ref="ns3:_dlc_DocIdUrl" minOccurs="0"/>
                <xsd:element ref="ns3:_dlc_DocIdPersistId" minOccurs="0"/>
                <xsd:element ref="ns4:IconOverlay" minOccurs="0"/>
                <xsd:element ref="ns1:D_x002d_Nr" minOccurs="0"/>
                <xsd:element ref="ns1:Automatische_x002d_DNR_x002d_Vergabe" minOccurs="0"/>
                <xsd:element ref="ns1:Gruppe_x0020_Studierende" minOccurs="0"/>
                <xsd:element ref="ns5:SharedWithUsers" minOccurs="0"/>
                <xsd:element ref="ns5: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ae07f9-c710-4147-a4bb-ffce3af5c857" elementFormDefault="qualified">
    <xsd:import namespace="http://schemas.microsoft.com/office/2006/documentManagement/types"/>
    <xsd:import namespace="http://schemas.microsoft.com/office/infopath/2007/PartnerControls"/>
    <xsd:element name="Dokumentenart0" ma:index="0" nillable="true" ma:displayName="Dokumentenart" ma:format="Dropdown" ma:internalName="Dokumentenart0">
      <xsd:simpleType>
        <xsd:restriction base="dms:Choice">
          <xsd:enumeration value="Allgemeine Information"/>
          <xsd:enumeration value="Dienstvereinbarungen"/>
          <xsd:enumeration value="Externe Vorgaben"/>
          <xsd:enumeration value="Externer Links"/>
          <xsd:enumeration value="Formulare"/>
          <xsd:enumeration value="Richtlinien"/>
          <xsd:enumeration value="Satzungen"/>
        </xsd:restriction>
      </xsd:simpleType>
    </xsd:element>
    <xsd:element name="Verantwortlich" ma:index="1" nillable="true" ma:displayName="Verantwortlich" ma:format="Dropdown" ma:internalName="Verantwortlich">
      <xsd:simpleType>
        <xsd:restriction base="dms:Choice">
          <xsd:enumeration value="Abt. I"/>
          <xsd:enumeration value="Abt. II"/>
          <xsd:enumeration value="Abt. III"/>
          <xsd:enumeration value="Abt. IV"/>
          <xsd:enumeration value="ASC"/>
          <xsd:enumeration value="Bib"/>
          <xsd:enumeration value="Fam"/>
          <xsd:enumeration value="FM"/>
          <xsd:enumeration value="GuV"/>
          <xsd:enumeration value="GZ"/>
          <xsd:enumeration value="HL"/>
          <xsd:enumeration value="IO"/>
          <xsd:enumeration value="ITZ"/>
          <xsd:enumeration value="Kom"/>
          <xsd:enumeration value="LuD"/>
          <xsd:enumeration value="NH"/>
          <xsd:enumeration value="PA"/>
          <xsd:enumeration value="QuO"/>
          <xsd:enumeration value="Recht"/>
          <xsd:enumeration value="SE"/>
          <xsd:enumeration value="SenV"/>
          <xsd:enumeration value="SLC"/>
          <xsd:enumeration value="WFKM"/>
          <xsd:enumeration value="ZFT"/>
          <xsd:enumeration value="ZWW"/>
        </xsd:restriction>
      </xsd:simpleType>
    </xsd:element>
    <xsd:element name="Dokumentenart" ma:index="2" nillable="true" ma:displayName="Ordnerzuordnung" ma:format="Dropdown" ma:internalName="Dokumentenart">
      <xsd:simpleType>
        <xsd:restriction base="dms:Choice">
          <xsd:enumeration value="Hochschulsteuerung"/>
          <xsd:enumeration value="Profil und Kennzahlen"/>
          <xsd:enumeration value="Gremien und Beauftragte"/>
          <xsd:enumeration value="Qualitätsmanagement"/>
          <xsd:enumeration value="Studium und Lehre"/>
          <xsd:enumeration value="Forschung"/>
          <xsd:enumeration value="Internationales Bedienstete"/>
          <xsd:enumeration value="Personal"/>
          <xsd:enumeration value="Finanzen"/>
          <xsd:enumeration value="Technischer Betrieb"/>
          <xsd:enumeration value="Kommunikation"/>
          <xsd:enumeration value="Bibliothek"/>
          <xsd:enumeration value="Sicherheit"/>
          <xsd:enumeration value="Datenschutz und Informationssicherheit"/>
          <xsd:enumeration value="Korruptionsvorsorge"/>
          <xsd:enumeration value="Innenrevision"/>
          <xsd:enumeration value="ITZ"/>
          <xsd:enumeration value="Hochschulwahl"/>
        </xsd:restriction>
      </xsd:simpleType>
    </xsd:element>
    <xsd:element name="Bezeichnung" ma:index="4" nillable="true" ma:displayName="Bezeichnung" ma:internalName="Bezeichnung">
      <xsd:simpleType>
        <xsd:restriction base="dms:Text">
          <xsd:maxLength value="255"/>
        </xsd:restriction>
      </xsd:simpleType>
    </xsd:element>
    <xsd:element name="Ausgabedatum" ma:index="6" nillable="true" ma:displayName="Ausgabedatum" ma:format="DateOnly" ma:internalName="Ausgabedatum">
      <xsd:simpleType>
        <xsd:restriction base="dms:DateTime"/>
      </xsd:simpleType>
    </xsd:element>
    <xsd:element name="G_x00fc_ltig_x0020_bis" ma:index="7" nillable="true" ma:displayName="Gültig bis" ma:format="DateOnly" ma:internalName="G_x00fc_ltig_x0020_bis">
      <xsd:simpleType>
        <xsd:restriction base="dms:DateTime"/>
      </xsd:simpleType>
    </xsd:element>
    <xsd:element name="Ersteller" ma:index="8" nillable="true" ma:displayName="Erstellung" ma:list="UserInfo" ma:SharePointGroup="0" ma:internalName="Erstell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Pr_x00fc_fer" ma:index="9" nillable="true" ma:displayName="Prüfung" ma:list="UserInfo" ma:SharePointGroup="0" ma:internalName="Pr_x00fc_f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Freigeber" ma:index="10" nillable="true" ma:displayName="Freigabe" ma:list="UserInfo" ma:SharePointGroup="0" ma:internalName="Freigeb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_x002d_Nr" ma:index="21" nillable="true" ma:displayName="D-Nr" ma:indexed="true" ma:internalName="D_x002d_Nr">
      <xsd:simpleType>
        <xsd:restriction base="dms:Text">
          <xsd:maxLength value="255"/>
        </xsd:restriction>
      </xsd:simpleType>
    </xsd:element>
    <xsd:element name="Automatische_x002d_DNR_x002d_Vergabe" ma:index="22" nillable="true" ma:displayName="Automatische-DNR-Vergabe" ma:format="Hyperlink" ma:internalName="Automatische_x002d_DNR_x002d_Vergabe">
      <xsd:complexType>
        <xsd:complexContent>
          <xsd:extension base="dms:URL">
            <xsd:sequence>
              <xsd:element name="Url" type="dms:ValidUrl" minOccurs="0" nillable="true"/>
              <xsd:element name="Description" type="xsd:string" nillable="true"/>
            </xsd:sequence>
          </xsd:extension>
        </xsd:complexContent>
      </xsd:complexType>
    </xsd:element>
    <xsd:element name="Gruppe_x0020_Studierende" ma:index="23" nillable="true" ma:displayName="Gruppe Studierende" ma:format="RadioButtons" ma:internalName="Gruppe_x0020_Studierende">
      <xsd:simpleType>
        <xsd:restriction base="dms:Choice">
          <xsd:enumeration value="Ja"/>
          <xsd:enumeration value="Nein"/>
        </xsd:restriction>
      </xsd:simpleType>
    </xsd:element>
  </xsd:schema>
  <xsd:schema xmlns:xsd="http://www.w3.org/2001/XMLSchema" xmlns:xs="http://www.w3.org/2001/XMLSchema" xmlns:dms="http://schemas.microsoft.com/office/2006/documentManagement/types" xmlns:pc="http://schemas.microsoft.com/office/infopath/2007/PartnerControls" targetNamespace="44449387-be1d-4a23-a037-6363c2cb9483" elementFormDefault="qualified">
    <xsd:import namespace="http://schemas.microsoft.com/office/2006/documentManagement/types"/>
    <xsd:import namespace="http://schemas.microsoft.com/office/infopath/2007/PartnerControls"/>
    <xsd:element name="_dlc_DocId" ma:index="13" nillable="true" ma:displayName="Wert der Dokument-ID" ma:description="Der Wert der diesem Element zugewiesenen Dokument-ID." ma:internalName="_dlc_DocId" ma:readOnly="true">
      <xsd:simpleType>
        <xsd:restriction base="dms:Text"/>
      </xsd:simpleType>
    </xsd:element>
    <xsd:element name="_dlc_DocIdUrl" ma:index="14" nillable="true" ma:displayName="Dokument-ID" ma:description="Permanenter Hyperlink zu diesem Dok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5" nillable="true" ma:displayName="Beständige ID" ma:description="ID beim Hinzufügen beibehalten."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0"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925834-f9db-4428-ab6a-226ee0e4aea1" elementFormDefault="qualified">
    <xsd:import namespace="http://schemas.microsoft.com/office/2006/documentManagement/types"/>
    <xsd:import namespace="http://schemas.microsoft.com/office/infopath/2007/PartnerControls"/>
    <xsd:element name="SharedWithUsers" ma:index="24"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5"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2" ma:displayName="Inhaltstyp"/>
        <xsd:element ref="dc:title" minOccurs="0" maxOccurs="1" ma:index="3" ma:displayName="Thema"/>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168F68A-6C7A-433E-A7DB-4C95434996FC}">
  <ds:schemaRefs>
    <ds:schemaRef ds:uri="http://schemas.microsoft.com/sharepoint/events"/>
  </ds:schemaRefs>
</ds:datastoreItem>
</file>

<file path=customXml/itemProps2.xml><?xml version="1.0" encoding="utf-8"?>
<ds:datastoreItem xmlns:ds="http://schemas.openxmlformats.org/officeDocument/2006/customXml" ds:itemID="{02356504-F539-424F-9E83-9400624CC88E}">
  <ds:schemaRefs>
    <ds:schemaRef ds:uri="http://schemas.microsoft.com/office/2006/documentManagement/types"/>
    <ds:schemaRef ds:uri="http://schemas.microsoft.com/office/2006/metadata/properties"/>
    <ds:schemaRef ds:uri="http://purl.org/dc/terms/"/>
    <ds:schemaRef ds:uri="http://purl.org/dc/elements/1.1/"/>
    <ds:schemaRef ds:uri="http://schemas.openxmlformats.org/package/2006/metadata/core-properties"/>
    <ds:schemaRef ds:uri="http://purl.org/dc/dcmitype/"/>
    <ds:schemaRef ds:uri="http://schemas.microsoft.com/office/infopath/2007/PartnerControls"/>
    <ds:schemaRef ds:uri="f971c57a-c4d2-41d0-9c55-e961d64dde2b"/>
    <ds:schemaRef ds:uri="2b7adb41-54c0-423e-891d-f7b9e3223bd8"/>
    <ds:schemaRef ds:uri="http://www.w3.org/XML/1998/namespace"/>
    <ds:schemaRef ds:uri="60ae07f9-c710-4147-a4bb-ffce3af5c857"/>
    <ds:schemaRef ds:uri="http://schemas.microsoft.com/sharepoint/v4"/>
    <ds:schemaRef ds:uri="44449387-be1d-4a23-a037-6363c2cb9483"/>
  </ds:schemaRefs>
</ds:datastoreItem>
</file>

<file path=customXml/itemProps3.xml><?xml version="1.0" encoding="utf-8"?>
<ds:datastoreItem xmlns:ds="http://schemas.openxmlformats.org/officeDocument/2006/customXml" ds:itemID="{6EDF356B-A5CD-4962-9955-AA824DF37FCA}">
  <ds:schemaRefs>
    <ds:schemaRef ds:uri="http://schemas.microsoft.com/sharepoint/v3/contenttype/forms"/>
  </ds:schemaRefs>
</ds:datastoreItem>
</file>

<file path=customXml/itemProps4.xml><?xml version="1.0" encoding="utf-8"?>
<ds:datastoreItem xmlns:ds="http://schemas.openxmlformats.org/officeDocument/2006/customXml" ds:itemID="{668232D5-C30F-4679-9CF1-070D38A67C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0ae07f9-c710-4147-a4bb-ffce3af5c857"/>
    <ds:schemaRef ds:uri="44449387-be1d-4a23-a037-6363c2cb9483"/>
    <ds:schemaRef ds:uri="http://schemas.microsoft.com/sharepoint/v4"/>
    <ds:schemaRef ds:uri="b4925834-f9db-4428-ab6a-226ee0e4ae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524</Words>
  <Application>Microsoft Office PowerPoint</Application>
  <PresentationFormat>Widescreen</PresentationFormat>
  <Paragraphs>76</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Lucida Sans</vt:lpstr>
      <vt:lpstr>Times New Roman</vt: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Vorlage</dc:title>
  <dc:creator>Julia Pusch</dc:creator>
  <cp:lastModifiedBy>piyush baldha</cp:lastModifiedBy>
  <cp:revision>275</cp:revision>
  <dcterms:created xsi:type="dcterms:W3CDTF">2023-07-23T18:15:39Z</dcterms:created>
  <dcterms:modified xsi:type="dcterms:W3CDTF">2025-10-04T10:12:34Z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0x010100C57B14DE6374884BB9584889D35A57C4</vt:lpwstr>
  </property>
  <property fmtid="{D5CDD505-2E9C-101B-9397-08002B2CF9AE}" pid="3" name="MediaServiceImageTags">
    <vt:lpwstr/>
  </property>
  <property fmtid="{D5CDD505-2E9C-101B-9397-08002B2CF9AE}" pid="4" name="_dlc_DocIdItemGuid">
    <vt:lpwstr>2d86ab63-b84b-45bf-aa8e-152de23f3fa8</vt:lpwstr>
  </property>
</Properties>
</file>