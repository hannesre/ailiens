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6"/>
  </p:notesMasterIdLst>
  <p:handoutMasterIdLst>
    <p:handoutMasterId r:id="rId17"/>
  </p:handoutMasterIdLst>
  <p:sldIdLst>
    <p:sldId id="261" r:id="rId6"/>
    <p:sldId id="340" r:id="rId7"/>
    <p:sldId id="341" r:id="rId8"/>
    <p:sldId id="342" r:id="rId9"/>
    <p:sldId id="343" r:id="rId10"/>
    <p:sldId id="344" r:id="rId11"/>
    <p:sldId id="347" r:id="rId12"/>
    <p:sldId id="348" r:id="rId13"/>
    <p:sldId id="349" r:id="rId14"/>
    <p:sldId id="33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F8FB6-A01C-472B-AC4C-70A4C2D50B53}" v="2" dt="2024-02-06T12:45:52.104"/>
    <p1510:client id="{4412A895-FB4C-416A-93E7-05F13861E398}" v="1" dt="2024-02-07T09:51:05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9" y="62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a Weinhold" userId="4a14153a-c6ba-41d6-8e8a-90a9b5448ed3" providerId="ADAL" clId="{9B3EBCAD-B912-4D24-9E29-48B3BF02DFD4}"/>
    <pc:docChg chg="delSld">
      <pc:chgData name="Alisa Weinhold" userId="4a14153a-c6ba-41d6-8e8a-90a9b5448ed3" providerId="ADAL" clId="{9B3EBCAD-B912-4D24-9E29-48B3BF02DFD4}" dt="2024-02-07T09:54:51.874" v="5" actId="6014"/>
      <pc:docMkLst>
        <pc:docMk/>
      </pc:docMkLst>
      <pc:sldChg chg="del">
        <pc:chgData name="Alisa Weinhold" userId="4a14153a-c6ba-41d6-8e8a-90a9b5448ed3" providerId="ADAL" clId="{9B3EBCAD-B912-4D24-9E29-48B3BF02DFD4}" dt="2024-02-07T09:53:17.287" v="0" actId="2696"/>
        <pc:sldMkLst>
          <pc:docMk/>
          <pc:sldMk cId="740308674" sldId="260"/>
        </pc:sldMkLst>
      </pc:sldChg>
      <pc:sldMasterChg chg="modSldLayout">
        <pc:chgData name="Alisa Weinhold" userId="4a14153a-c6ba-41d6-8e8a-90a9b5448ed3" providerId="ADAL" clId="{9B3EBCAD-B912-4D24-9E29-48B3BF02DFD4}" dt="2024-02-07T09:54:51.874" v="5" actId="6014"/>
        <pc:sldMasterMkLst>
          <pc:docMk/>
          <pc:sldMasterMk cId="2055207460" sldId="2147483648"/>
        </pc:sldMasterMkLst>
        <pc:sldLayoutChg chg="mod">
          <pc:chgData name="Alisa Weinhold" userId="4a14153a-c6ba-41d6-8e8a-90a9b5448ed3" providerId="ADAL" clId="{9B3EBCAD-B912-4D24-9E29-48B3BF02DFD4}" dt="2024-02-07T09:53:53.175" v="1" actId="6014"/>
          <pc:sldLayoutMkLst>
            <pc:docMk/>
            <pc:sldMasterMk cId="2055207460" sldId="2147483648"/>
            <pc:sldLayoutMk cId="994938086" sldId="2147483671"/>
          </pc:sldLayoutMkLst>
        </pc:sldLayoutChg>
        <pc:sldLayoutChg chg="mod">
          <pc:chgData name="Alisa Weinhold" userId="4a14153a-c6ba-41d6-8e8a-90a9b5448ed3" providerId="ADAL" clId="{9B3EBCAD-B912-4D24-9E29-48B3BF02DFD4}" dt="2024-02-07T09:54:02.652" v="2" actId="6014"/>
          <pc:sldLayoutMkLst>
            <pc:docMk/>
            <pc:sldMasterMk cId="2055207460" sldId="2147483648"/>
            <pc:sldLayoutMk cId="1752045903" sldId="2147483677"/>
          </pc:sldLayoutMkLst>
        </pc:sldLayoutChg>
        <pc:sldLayoutChg chg="mod">
          <pc:chgData name="Alisa Weinhold" userId="4a14153a-c6ba-41d6-8e8a-90a9b5448ed3" providerId="ADAL" clId="{9B3EBCAD-B912-4D24-9E29-48B3BF02DFD4}" dt="2024-02-07T09:54:09.515" v="3" actId="6014"/>
          <pc:sldLayoutMkLst>
            <pc:docMk/>
            <pc:sldMasterMk cId="2055207460" sldId="2147483648"/>
            <pc:sldLayoutMk cId="3900483066" sldId="2147483681"/>
          </pc:sldLayoutMkLst>
        </pc:sldLayoutChg>
        <pc:sldLayoutChg chg="mod">
          <pc:chgData name="Alisa Weinhold" userId="4a14153a-c6ba-41d6-8e8a-90a9b5448ed3" providerId="ADAL" clId="{9B3EBCAD-B912-4D24-9E29-48B3BF02DFD4}" dt="2024-02-07T09:54:17.340" v="4" actId="6014"/>
          <pc:sldLayoutMkLst>
            <pc:docMk/>
            <pc:sldMasterMk cId="2055207460" sldId="2147483648"/>
            <pc:sldLayoutMk cId="3829570038" sldId="2147483683"/>
          </pc:sldLayoutMkLst>
        </pc:sldLayoutChg>
        <pc:sldLayoutChg chg="mod">
          <pc:chgData name="Alisa Weinhold" userId="4a14153a-c6ba-41d6-8e8a-90a9b5448ed3" providerId="ADAL" clId="{9B3EBCAD-B912-4D24-9E29-48B3BF02DFD4}" dt="2024-02-07T09:54:51.874" v="5" actId="6014"/>
          <pc:sldLayoutMkLst>
            <pc:docMk/>
            <pc:sldMasterMk cId="2055207460" sldId="2147483648"/>
            <pc:sldLayoutMk cId="1082875345" sldId="2147483705"/>
          </pc:sldLayoutMkLst>
        </pc:sldLayoutChg>
      </pc:sldMasterChg>
    </pc:docChg>
  </pc:docChgLst>
  <pc:docChgLst>
    <pc:chgData name="Christian Schmalzl" userId="6b9f0938-7dea-40f1-bacf-9f2f145ff686" providerId="ADAL" clId="{378F8FB6-A01C-472B-AC4C-70A4C2D50B53}"/>
    <pc:docChg chg="undo custSel addSld delSld modSld">
      <pc:chgData name="Christian Schmalzl" userId="6b9f0938-7dea-40f1-bacf-9f2f145ff686" providerId="ADAL" clId="{378F8FB6-A01C-472B-AC4C-70A4C2D50B53}" dt="2024-02-06T12:47:49.976" v="15" actId="680"/>
      <pc:docMkLst>
        <pc:docMk/>
      </pc:docMkLst>
      <pc:sldChg chg="modSp mod">
        <pc:chgData name="Christian Schmalzl" userId="6b9f0938-7dea-40f1-bacf-9f2f145ff686" providerId="ADAL" clId="{378F8FB6-A01C-472B-AC4C-70A4C2D50B53}" dt="2024-02-06T12:25:39.753" v="3" actId="20577"/>
        <pc:sldMkLst>
          <pc:docMk/>
          <pc:sldMk cId="3169017830" sldId="257"/>
        </pc:sldMkLst>
        <pc:spChg chg="mod">
          <ac:chgData name="Christian Schmalzl" userId="6b9f0938-7dea-40f1-bacf-9f2f145ff686" providerId="ADAL" clId="{378F8FB6-A01C-472B-AC4C-70A4C2D50B53}" dt="2024-02-06T12:25:39.753" v="3" actId="20577"/>
          <ac:spMkLst>
            <pc:docMk/>
            <pc:sldMk cId="3169017830" sldId="257"/>
            <ac:spMk id="6" creationId="{483B08F1-24AA-9D93-1780-B9A8C4207A54}"/>
          </ac:spMkLst>
        </pc:spChg>
      </pc:sldChg>
      <pc:sldChg chg="new del">
        <pc:chgData name="Christian Schmalzl" userId="6b9f0938-7dea-40f1-bacf-9f2f145ff686" providerId="ADAL" clId="{378F8FB6-A01C-472B-AC4C-70A4C2D50B53}" dt="2024-02-06T12:26:07.821" v="5" actId="680"/>
        <pc:sldMkLst>
          <pc:docMk/>
          <pc:sldMk cId="364090009" sldId="260"/>
        </pc:sldMkLst>
      </pc:sldChg>
      <pc:sldChg chg="new del">
        <pc:chgData name="Christian Schmalzl" userId="6b9f0938-7dea-40f1-bacf-9f2f145ff686" providerId="ADAL" clId="{378F8FB6-A01C-472B-AC4C-70A4C2D50B53}" dt="2024-02-06T12:26:31.765" v="9" actId="680"/>
        <pc:sldMkLst>
          <pc:docMk/>
          <pc:sldMk cId="2603785388" sldId="260"/>
        </pc:sldMkLst>
      </pc:sldChg>
      <pc:sldChg chg="addSp delSp modSp new del mod">
        <pc:chgData name="Christian Schmalzl" userId="6b9f0938-7dea-40f1-bacf-9f2f145ff686" providerId="ADAL" clId="{378F8FB6-A01C-472B-AC4C-70A4C2D50B53}" dt="2024-02-06T12:47:49.976" v="15" actId="680"/>
        <pc:sldMkLst>
          <pc:docMk/>
          <pc:sldMk cId="3929913747" sldId="260"/>
        </pc:sldMkLst>
        <pc:spChg chg="mod">
          <ac:chgData name="Christian Schmalzl" userId="6b9f0938-7dea-40f1-bacf-9f2f145ff686" providerId="ADAL" clId="{378F8FB6-A01C-472B-AC4C-70A4C2D50B53}" dt="2024-02-06T12:47:49.121" v="14"/>
          <ac:spMkLst>
            <pc:docMk/>
            <pc:sldMk cId="3929913747" sldId="260"/>
            <ac:spMk id="5" creationId="{9630ACDA-ADFF-E603-5EA8-1F3F4BCFE765}"/>
          </ac:spMkLst>
        </pc:spChg>
        <pc:picChg chg="add del mod">
          <ac:chgData name="Christian Schmalzl" userId="6b9f0938-7dea-40f1-bacf-9f2f145ff686" providerId="ADAL" clId="{378F8FB6-A01C-472B-AC4C-70A4C2D50B53}" dt="2024-02-06T12:45:52.104" v="12"/>
          <ac:picMkLst>
            <pc:docMk/>
            <pc:sldMk cId="3929913747" sldId="260"/>
            <ac:picMk id="7" creationId="{BCB8DBCB-04E1-35BA-AEB6-CA1E9DAC0AE5}"/>
          </ac:picMkLst>
        </pc:picChg>
      </pc:sldChg>
      <pc:sldChg chg="new del">
        <pc:chgData name="Christian Schmalzl" userId="6b9f0938-7dea-40f1-bacf-9f2f145ff686" providerId="ADAL" clId="{378F8FB6-A01C-472B-AC4C-70A4C2D50B53}" dt="2024-02-06T12:26:31.492" v="8" actId="680"/>
        <pc:sldMkLst>
          <pc:docMk/>
          <pc:sldMk cId="1831841891" sldId="261"/>
        </pc:sldMkLst>
      </pc:sldChg>
    </pc:docChg>
  </pc:docChgLst>
  <pc:docChgLst>
    <pc:chgData name="Alisa Weinhold" userId="S::wea39325@hs-regensburg.de::4a14153a-c6ba-41d6-8e8a-90a9b5448ed3" providerId="AD" clId="Web-{4412A895-FB4C-416A-93E7-05F13861E398}"/>
    <pc:docChg chg="addSld">
      <pc:chgData name="Alisa Weinhold" userId="S::wea39325@hs-regensburg.de::4a14153a-c6ba-41d6-8e8a-90a9b5448ed3" providerId="AD" clId="Web-{4412A895-FB4C-416A-93E7-05F13861E398}" dt="2024-02-07T09:51:05.162" v="0"/>
      <pc:docMkLst>
        <pc:docMk/>
      </pc:docMkLst>
      <pc:sldChg chg="new">
        <pc:chgData name="Alisa Weinhold" userId="S::wea39325@hs-regensburg.de::4a14153a-c6ba-41d6-8e8a-90a9b5448ed3" providerId="AD" clId="Web-{4412A895-FB4C-416A-93E7-05F13861E398}" dt="2024-02-07T09:51:05.162" v="0"/>
        <pc:sldMkLst>
          <pc:docMk/>
          <pc:sldMk cId="740308674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2BF783-3B77-5574-7BDB-C060ADAAA3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11402-D701-2495-D3DB-44B5A0814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B1069-75E4-459F-81E7-F12BB487B326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152826-BD67-C4CA-3A41-AE637F92D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59763-3BF1-C53C-42C3-27CFC47878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02372-862D-4B08-94DD-BA1BDCBB648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AC6A5-7C75-4A9A-BD8E-BD0D3412605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79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3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570">
          <p15:clr>
            <a:srgbClr val="FBAE40"/>
          </p15:clr>
        </p15:guide>
        <p15:guide id="3" pos="3840">
          <p15:clr>
            <a:srgbClr val="FBAE40"/>
          </p15:clr>
        </p15:guide>
        <p15:guide id="4" pos="3454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10624" y="162877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24A76E9-4CED-4D5F-6A01-C8E165B1E7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15" y="347733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BB3032F-2C44-83C5-5807-0B6489CE3C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5B34177-F611-3977-1E10-3DA22D1AD014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B0C03E30-F7EA-F3B0-AB93-709937A4E5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249" y="232025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42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4A915FB-AA9D-82A1-C54A-0E847DE924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55AE84F-449E-43BA-9F66-C2F89B7B47A6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F078715-624E-0A03-8E37-299424310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AB7A1905-84D7-80B9-4A1C-3F69AB2595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4E7BA6B4-B985-210B-DAD1-D73A882E8B0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11303356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</p:txBody>
      </p: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4723654-341A-EDFE-0B9D-B12947FA1BDB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091A975-7054-629F-959B-9953B5B0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B4F8A090-4008-142B-4C28-277F7094C0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82A23D-A293-1F79-1255-802918F7AEA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2B7E807-5666-DF42-8E55-2357C2366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997D11E9-E87E-2225-BDB2-654BE7640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859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242172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859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7241531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59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42172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96E9EC4-4915-E2DF-6B10-47AA7974E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85981E93-6786-898E-FF37-70A063D7C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2F8680-8DFD-51F6-E4AE-708416CC9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61693E8-A001-74CE-9D80-E08319ED8CB3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727BAC4-4BE5-EE3A-D73C-1EB9EB91C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5FFA1AF-3958-2A60-4D54-27CAA331AC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75204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3337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670949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38561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A7DB32A-1F37-CC35-F26D-B17A2729A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3501C40-7E68-6D52-E79A-0ED979562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1FB677-3BBF-813C-3319-9393801C6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C3BB0B1-33D7-CD45-5568-53FD454792E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6183C85-F26B-7836-B082-B1CA6E61EE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BB7E082-F5C2-9E98-5298-F938293FFC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00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52C8103-D8A6-1EDC-266D-81C32774B8E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5A85C94-0FA2-3565-5CA8-18FD3D11A4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B8D436B1-6CE6-8246-D93E-63AA702EAB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01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01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01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5611813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1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AE8050E-067A-1BF5-3DA6-2E396F6AB7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D144AFE3-00F6-FA4B-A41D-E0661616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00B907-50FF-A432-570E-281444D94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2FD326-8200-1D91-A4D4-0EE78E0093B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03540713-E7EF-D04A-35A6-8F7630A9E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F6A37BB-7C2E-BAB5-7E69-5E3971EE5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3682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C57C806-B6B4-EB6A-CA24-05634028DF65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E2E804-5192-5DAB-4F1F-1C7F7A97D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2A50F295-4FF4-9133-EA93-3E6485128B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5E1528-45A2-FE26-8EFD-B4989A8391A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A2B493-39CC-1831-88FE-302C54948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4C9E4019-DA02-BAFA-E150-5F27374780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5A807D-B1D2-9D0C-2D9A-345F108D2D7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5C192A2-8F56-5374-9204-F936795E9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7D9927A2-9F51-FDD9-63FC-82B80463F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2B4EA7-F696-2C84-DCE6-D80B34A296B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0FD305-CCA1-5DF7-2BD0-FF850D160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143AA74-2CD7-94FF-130C-05D59A8EAA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6128C33-BBE4-CC72-2071-D37311CCB2D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C14F01-817D-EA38-D5A3-7B4564114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B191F81E-D8A5-F8BF-8A55-24DCF23BF0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D2D8EEF-5DC1-E20D-D01C-9C40EA2C1E80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C27EC152-24A1-EDC8-ABAD-F2AD3942D2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06B2760C-AB6A-87FB-57A8-D7B45355B3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2018513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 dirty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 dirty="0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88EFCE-97F4-CFB9-D917-D9C32832B7F1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B5BDE01-73B8-1CF0-6A00-F823303BC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BE1B1AB-FA83-D475-DC00-A5644E585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C353B3B-39D5-0C9A-4B9A-BB5DAF6A0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392" y="2810480"/>
            <a:ext cx="3600000" cy="4084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Telefonnummer einfügen</a:t>
            </a:r>
          </a:p>
          <a:p>
            <a:pPr lvl="0"/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37A1767-8D9A-EE6E-8998-874033C3F7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8392" y="3504666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27B9ED0-EAF7-717C-61C7-946F59DBC5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6466" y="4512521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OTH Regensburg | Piyushkumar Baldha | MEM Master Thesis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669" r:id="rId3"/>
    <p:sldLayoutId id="2147483663" r:id="rId4"/>
    <p:sldLayoutId id="2147483676" r:id="rId5"/>
    <p:sldLayoutId id="2147483671" r:id="rId6"/>
    <p:sldLayoutId id="2147483677" r:id="rId7"/>
    <p:sldLayoutId id="2147483681" r:id="rId8"/>
    <p:sldLayoutId id="2147483683" r:id="rId9"/>
    <p:sldLayoutId id="2147483674" r:id="rId10"/>
    <p:sldLayoutId id="2147483675" r:id="rId11"/>
    <p:sldLayoutId id="2147483662" r:id="rId12"/>
    <p:sldLayoutId id="2147483707" r:id="rId13"/>
    <p:sldLayoutId id="2147483706" r:id="rId14"/>
    <p:sldLayoutId id="2147483708" r:id="rId15"/>
    <p:sldLayoutId id="2147483705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5189" y="2183389"/>
            <a:ext cx="6592036" cy="181363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Google sheet to collect a data. 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487FF3-0646-BA52-A03F-BAFC62711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B4A26E5-F31C-9E45-082B-86ACE43B73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OTH Regensburg | Piyushkumar Baldha | MEM Master Thesis</a:t>
            </a:r>
          </a:p>
        </p:txBody>
      </p:sp>
      <p:pic>
        <p:nvPicPr>
          <p:cNvPr id="20" name="Picture Placeholder 19" descr="A person's face with a magnifying glass&#10;&#10;AI-generated content may be incorrect.">
            <a:extLst>
              <a:ext uri="{FF2B5EF4-FFF2-40B4-BE49-F238E27FC236}">
                <a16:creationId xmlns:a16="http://schemas.microsoft.com/office/drawing/2014/main" id="{B669F845-10E2-E4FF-904C-B1A9A44965E7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" b="8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F25C6-6989-9B3E-4B09-3ECD03C1D9F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5B842-7351-5EAD-5645-1A27E492B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7AC74-517F-0EC0-91AF-AD6952C398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493" y="752733"/>
            <a:ext cx="10119053" cy="468000"/>
          </a:xfrm>
        </p:spPr>
        <p:txBody>
          <a:bodyPr/>
          <a:lstStyle/>
          <a:p>
            <a:r>
              <a:rPr lang="en-US" dirty="0"/>
              <a:t>Home Page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8EDF1-5B60-AE29-6362-0A59DEBAE1BB}"/>
              </a:ext>
            </a:extLst>
          </p:cNvPr>
          <p:cNvSpPr txBox="1"/>
          <p:nvPr/>
        </p:nvSpPr>
        <p:spPr>
          <a:xfrm>
            <a:off x="344128" y="1850440"/>
            <a:ext cx="25957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the Google Sheet where you want to store your data.</a:t>
            </a:r>
          </a:p>
          <a:p>
            <a:endParaRPr lang="en-US" dirty="0"/>
          </a:p>
          <a:p>
            <a:r>
              <a:rPr lang="en-US" dirty="0"/>
              <a:t>Then, go to Extensions.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AFB9751-C44E-0524-1E44-5D4D7BE147E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70" r="36961"/>
          <a:stretch/>
        </p:blipFill>
        <p:spPr>
          <a:xfrm>
            <a:off x="3047999" y="1621497"/>
            <a:ext cx="8639818" cy="4427037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809C882-C9C6-5338-26DB-BE3F416EDC43}"/>
              </a:ext>
            </a:extLst>
          </p:cNvPr>
          <p:cNvSpPr/>
          <p:nvPr/>
        </p:nvSpPr>
        <p:spPr>
          <a:xfrm>
            <a:off x="6459551" y="1850440"/>
            <a:ext cx="927512" cy="43269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6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65DA4F-B3B5-F56C-910A-246307C8BD0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7" r="6507"/>
          <a:stretch>
            <a:fillRect/>
          </a:stretch>
        </p:blipFill>
        <p:spPr>
          <a:xfrm>
            <a:off x="2790022" y="2136237"/>
            <a:ext cx="9401978" cy="385916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D4F16-20B1-C9C7-D3D4-CD9E18A801A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511D9-E048-6CD4-15B8-8C1F67C45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7B7DA-1F4C-7B1F-8B9C-9DE60592D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4989" y="730416"/>
            <a:ext cx="10119053" cy="468000"/>
          </a:xfrm>
        </p:spPr>
        <p:txBody>
          <a:bodyPr/>
          <a:lstStyle/>
          <a:p>
            <a:r>
              <a:rPr lang="en-US" dirty="0"/>
              <a:t>Apps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0E1A5-55FE-1717-B19F-A157EFE38AFC}"/>
              </a:ext>
            </a:extLst>
          </p:cNvPr>
          <p:cNvSpPr/>
          <p:nvPr/>
        </p:nvSpPr>
        <p:spPr>
          <a:xfrm>
            <a:off x="6439885" y="3167418"/>
            <a:ext cx="3569353" cy="52316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21EA0-171E-F24D-46E8-E71921ECC92C}"/>
              </a:ext>
            </a:extLst>
          </p:cNvPr>
          <p:cNvSpPr txBox="1"/>
          <p:nvPr/>
        </p:nvSpPr>
        <p:spPr>
          <a:xfrm>
            <a:off x="164809" y="2373970"/>
            <a:ext cx="259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open Extensions, you need to select Apps Script.</a:t>
            </a:r>
          </a:p>
        </p:txBody>
      </p:sp>
    </p:spTree>
    <p:extLst>
      <p:ext uri="{BB962C8B-B14F-4D97-AF65-F5344CB8AC3E}">
        <p14:creationId xmlns:p14="http://schemas.microsoft.com/office/powerpoint/2010/main" val="375990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535FC26-3583-85ED-DE96-5431D019C7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7557" r="12520"/>
          <a:stretch/>
        </p:blipFill>
        <p:spPr>
          <a:xfrm>
            <a:off x="3677265" y="1568363"/>
            <a:ext cx="8514735" cy="442703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A4CE6-805F-6740-263C-DBA244E4621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D0953-7291-73AC-0F65-09C3ECB66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23D0A-AD57-D447-F622-69833CCD4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4821" y="759913"/>
            <a:ext cx="10119053" cy="468000"/>
          </a:xfrm>
        </p:spPr>
        <p:txBody>
          <a:bodyPr/>
          <a:lstStyle/>
          <a:p>
            <a:r>
              <a:rPr lang="en-US" dirty="0"/>
              <a:t>Deploy the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CFF0E-A6C8-8E3F-FC58-9F94A5E038D0}"/>
              </a:ext>
            </a:extLst>
          </p:cNvPr>
          <p:cNvSpPr txBox="1"/>
          <p:nvPr/>
        </p:nvSpPr>
        <p:spPr>
          <a:xfrm>
            <a:off x="613834" y="2021792"/>
            <a:ext cx="25957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 can write your script in this area, as shown here.</a:t>
            </a:r>
          </a:p>
          <a:p>
            <a:endParaRPr lang="en-US" dirty="0"/>
          </a:p>
          <a:p>
            <a:r>
              <a:rPr lang="en-US" dirty="0"/>
              <a:t>Enter a script based on your needs.</a:t>
            </a:r>
          </a:p>
        </p:txBody>
      </p:sp>
    </p:spTree>
    <p:extLst>
      <p:ext uri="{BB962C8B-B14F-4D97-AF65-F5344CB8AC3E}">
        <p14:creationId xmlns:p14="http://schemas.microsoft.com/office/powerpoint/2010/main" val="1658705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6D83821-57B9-9C5B-44E2-32C3F062FE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9455" t="-1162" r="4850" b="8077"/>
          <a:stretch/>
        </p:blipFill>
        <p:spPr>
          <a:xfrm>
            <a:off x="2949677" y="1489835"/>
            <a:ext cx="9242323" cy="4884108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C4D38-042B-E240-ACDF-F96B2486617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A53B2-3184-34C8-0C35-389F92943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257DE-87B9-E796-05E5-78B1BFDD0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157" y="743265"/>
            <a:ext cx="10119053" cy="468000"/>
          </a:xfrm>
        </p:spPr>
        <p:txBody>
          <a:bodyPr/>
          <a:lstStyle/>
          <a:p>
            <a:r>
              <a:rPr lang="en-US" dirty="0"/>
              <a:t>Deploy the Code Cont.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66ECD-7AF4-2B96-7CBE-BE629B558AF4}"/>
              </a:ext>
            </a:extLst>
          </p:cNvPr>
          <p:cNvSpPr/>
          <p:nvPr/>
        </p:nvSpPr>
        <p:spPr>
          <a:xfrm>
            <a:off x="10598931" y="1643962"/>
            <a:ext cx="927512" cy="43269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FAAAB-5543-BB8E-29B1-D63BBF1A50F0}"/>
              </a:ext>
            </a:extLst>
          </p:cNvPr>
          <p:cNvSpPr/>
          <p:nvPr/>
        </p:nvSpPr>
        <p:spPr>
          <a:xfrm>
            <a:off x="10598931" y="2076659"/>
            <a:ext cx="1396424" cy="43269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7ECB7E-BA75-A0FF-E0FD-094379900888}"/>
              </a:ext>
            </a:extLst>
          </p:cNvPr>
          <p:cNvCxnSpPr>
            <a:cxnSpLocks/>
          </p:cNvCxnSpPr>
          <p:nvPr/>
        </p:nvCxnSpPr>
        <p:spPr>
          <a:xfrm>
            <a:off x="9802518" y="1838633"/>
            <a:ext cx="7964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471556-3217-DDF7-166F-1D1DCEA60EFE}"/>
              </a:ext>
            </a:extLst>
          </p:cNvPr>
          <p:cNvCxnSpPr>
            <a:cxnSpLocks/>
          </p:cNvCxnSpPr>
          <p:nvPr/>
        </p:nvCxnSpPr>
        <p:spPr>
          <a:xfrm>
            <a:off x="9802518" y="2286001"/>
            <a:ext cx="7964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9F68C4-4173-6757-E998-F0BAC5971B60}"/>
              </a:ext>
            </a:extLst>
          </p:cNvPr>
          <p:cNvSpPr txBox="1"/>
          <p:nvPr/>
        </p:nvSpPr>
        <p:spPr>
          <a:xfrm>
            <a:off x="9431929" y="1643962"/>
            <a:ext cx="501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BBCDA4-D405-8D8F-C541-75E66FC2E915}"/>
              </a:ext>
            </a:extLst>
          </p:cNvPr>
          <p:cNvSpPr txBox="1"/>
          <p:nvPr/>
        </p:nvSpPr>
        <p:spPr>
          <a:xfrm>
            <a:off x="9424890" y="2078750"/>
            <a:ext cx="501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FB51A1-12AC-9B39-A63E-D09FBF695326}"/>
              </a:ext>
            </a:extLst>
          </p:cNvPr>
          <p:cNvSpPr txBox="1"/>
          <p:nvPr/>
        </p:nvSpPr>
        <p:spPr>
          <a:xfrm>
            <a:off x="446686" y="2076659"/>
            <a:ext cx="25957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Deploy, as shown in the figure. </a:t>
            </a:r>
          </a:p>
          <a:p>
            <a:endParaRPr lang="en-US" dirty="0"/>
          </a:p>
          <a:p>
            <a:r>
              <a:rPr lang="en-US" dirty="0"/>
              <a:t>Then select New Deployment.</a:t>
            </a:r>
          </a:p>
        </p:txBody>
      </p:sp>
    </p:spTree>
    <p:extLst>
      <p:ext uri="{BB962C8B-B14F-4D97-AF65-F5344CB8AC3E}">
        <p14:creationId xmlns:p14="http://schemas.microsoft.com/office/powerpoint/2010/main" val="137610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75D18C6-6E80-7D04-D16E-CDEF68FAC63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33" t="1911" r="1718" b="1243"/>
          <a:stretch/>
        </p:blipFill>
        <p:spPr>
          <a:xfrm>
            <a:off x="6253316" y="1715728"/>
            <a:ext cx="5535562" cy="442703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C934E-B9F4-64F9-C0C8-73D2982B27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634AA-DF6F-B10F-CC67-8A6154C4F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BB012-98D3-0D5A-A550-AB7D4D3894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715235"/>
            <a:ext cx="10119053" cy="468000"/>
          </a:xfrm>
        </p:spPr>
        <p:txBody>
          <a:bodyPr/>
          <a:lstStyle/>
          <a:p>
            <a:r>
              <a:rPr lang="en-US" dirty="0"/>
              <a:t>Deploy the Code Cont.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658DB-C4E5-8616-FD4E-9AC5A3582941}"/>
              </a:ext>
            </a:extLst>
          </p:cNvPr>
          <p:cNvSpPr txBox="1"/>
          <p:nvPr/>
        </p:nvSpPr>
        <p:spPr>
          <a:xfrm>
            <a:off x="446685" y="2076659"/>
            <a:ext cx="4233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clicking Deploy, a pop-up message box will appear. </a:t>
            </a:r>
          </a:p>
          <a:p>
            <a:endParaRPr lang="en-US" dirty="0"/>
          </a:p>
          <a:p>
            <a:r>
              <a:rPr lang="en-US" dirty="0"/>
              <a:t>As shown in the image, select the same option as in the figure. </a:t>
            </a:r>
          </a:p>
          <a:p>
            <a:endParaRPr lang="en-US" dirty="0"/>
          </a:p>
          <a:p>
            <a:r>
              <a:rPr lang="en-US" dirty="0"/>
              <a:t>After that, you can click Deploy to proceed.</a:t>
            </a:r>
          </a:p>
        </p:txBody>
      </p:sp>
    </p:spTree>
    <p:extLst>
      <p:ext uri="{BB962C8B-B14F-4D97-AF65-F5344CB8AC3E}">
        <p14:creationId xmlns:p14="http://schemas.microsoft.com/office/powerpoint/2010/main" val="184098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6D83821-57B9-9C5B-44E2-32C3F062FE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9455" t="-1162" r="21442" b="8077"/>
          <a:stretch/>
        </p:blipFill>
        <p:spPr>
          <a:xfrm>
            <a:off x="4375355" y="1529985"/>
            <a:ext cx="7452852" cy="4884108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C4D38-042B-E240-ACDF-F96B2486617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A53B2-3184-34C8-0C35-389F92943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257DE-87B9-E796-05E5-78B1BFDD0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157" y="743265"/>
            <a:ext cx="10119053" cy="468000"/>
          </a:xfrm>
        </p:spPr>
        <p:txBody>
          <a:bodyPr/>
          <a:lstStyle/>
          <a:p>
            <a:r>
              <a:rPr lang="en-US" dirty="0"/>
              <a:t>Deploy the Code Cont.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66ECD-7AF4-2B96-7CBE-BE629B558AF4}"/>
              </a:ext>
            </a:extLst>
          </p:cNvPr>
          <p:cNvSpPr/>
          <p:nvPr/>
        </p:nvSpPr>
        <p:spPr>
          <a:xfrm>
            <a:off x="5036623" y="2076659"/>
            <a:ext cx="764410" cy="4698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FB51A1-12AC-9B39-A63E-D09FBF695326}"/>
              </a:ext>
            </a:extLst>
          </p:cNvPr>
          <p:cNvSpPr txBox="1"/>
          <p:nvPr/>
        </p:nvSpPr>
        <p:spPr>
          <a:xfrm>
            <a:off x="446686" y="2076659"/>
            <a:ext cx="33780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deployment, you can run your script. </a:t>
            </a:r>
          </a:p>
          <a:p>
            <a:endParaRPr lang="en-US" dirty="0"/>
          </a:p>
          <a:p>
            <a:r>
              <a:rPr lang="en-US" dirty="0"/>
              <a:t>If there is any error or mistake in the code, it will be shown. </a:t>
            </a:r>
          </a:p>
          <a:p>
            <a:endParaRPr lang="en-US" dirty="0"/>
          </a:p>
          <a:p>
            <a:r>
              <a:rPr lang="en-US" dirty="0"/>
              <a:t>You can also view the details in the execution log.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FE22B-68A1-C60F-3E15-A86C9DDB11D2}"/>
              </a:ext>
            </a:extLst>
          </p:cNvPr>
          <p:cNvSpPr/>
          <p:nvPr/>
        </p:nvSpPr>
        <p:spPr>
          <a:xfrm>
            <a:off x="7239048" y="2076659"/>
            <a:ext cx="1174871" cy="4698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42E58F9-0865-B2E1-A57B-D434B396624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9749" t="65" r="18415" b="35345"/>
          <a:stretch/>
        </p:blipFill>
        <p:spPr>
          <a:xfrm>
            <a:off x="4444182" y="1798145"/>
            <a:ext cx="7747818" cy="442703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A3856-F7DC-8CEE-4CB4-427B95D8A1B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081B4-E161-9F9B-886D-0D8FBB480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2A5AC-5FBE-A440-7031-489D9DA66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740248"/>
            <a:ext cx="10119053" cy="468000"/>
          </a:xfrm>
        </p:spPr>
        <p:txBody>
          <a:bodyPr/>
          <a:lstStyle/>
          <a:p>
            <a:r>
              <a:rPr lang="en-US" dirty="0"/>
              <a:t>URL to use in code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47077-EE14-1191-0F7D-4DD74FF69F94}"/>
              </a:ext>
            </a:extLst>
          </p:cNvPr>
          <p:cNvSpPr/>
          <p:nvPr/>
        </p:nvSpPr>
        <p:spPr>
          <a:xfrm>
            <a:off x="4398399" y="1798145"/>
            <a:ext cx="7688826" cy="4185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6C009A-6BB9-7683-AF2B-A10C8A6038E6}"/>
              </a:ext>
            </a:extLst>
          </p:cNvPr>
          <p:cNvSpPr txBox="1"/>
          <p:nvPr/>
        </p:nvSpPr>
        <p:spPr>
          <a:xfrm>
            <a:off x="446686" y="2076659"/>
            <a:ext cx="3378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executing the code, copy the entire URL from the top.</a:t>
            </a:r>
          </a:p>
        </p:txBody>
      </p:sp>
    </p:spTree>
    <p:extLst>
      <p:ext uri="{BB962C8B-B14F-4D97-AF65-F5344CB8AC3E}">
        <p14:creationId xmlns:p14="http://schemas.microsoft.com/office/powerpoint/2010/main" val="1455070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58006B5-86A2-C3A3-C558-686CDB70C5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075" t="6543" r="3855" b="6543"/>
          <a:stretch/>
        </p:blipFill>
        <p:spPr>
          <a:xfrm>
            <a:off x="3498647" y="1797674"/>
            <a:ext cx="8693353" cy="3918156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99536-A427-62B6-6F8C-C9126547D87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E3FBF-D62C-8A0E-5A6A-90E6C16C0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49D2B-D82A-C591-8823-63E8614008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4990" y="742335"/>
            <a:ext cx="10119053" cy="468000"/>
          </a:xfrm>
        </p:spPr>
        <p:txBody>
          <a:bodyPr/>
          <a:lstStyle/>
          <a:p>
            <a:r>
              <a:rPr lang="en-US" dirty="0"/>
              <a:t>URL to use in code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B22708-D876-4B02-5572-476A85D6C52E}"/>
              </a:ext>
            </a:extLst>
          </p:cNvPr>
          <p:cNvSpPr/>
          <p:nvPr/>
        </p:nvSpPr>
        <p:spPr>
          <a:xfrm>
            <a:off x="3608439" y="4178711"/>
            <a:ext cx="8478786" cy="48178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AEE94-E1F3-2132-524B-EF2BC07E9771}"/>
              </a:ext>
            </a:extLst>
          </p:cNvPr>
          <p:cNvSpPr txBox="1"/>
          <p:nvPr/>
        </p:nvSpPr>
        <p:spPr>
          <a:xfrm>
            <a:off x="120573" y="2137734"/>
            <a:ext cx="337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paste that link into your code, so the data will be stored in the Excel sheet according to your needs.</a:t>
            </a:r>
          </a:p>
        </p:txBody>
      </p:sp>
    </p:spTree>
    <p:extLst>
      <p:ext uri="{BB962C8B-B14F-4D97-AF65-F5344CB8AC3E}">
        <p14:creationId xmlns:p14="http://schemas.microsoft.com/office/powerpoint/2010/main" val="405426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6B52A6-0A26-A25C-34FA-C4EDFF0D31BE}"/>
              </a:ext>
            </a:extLst>
          </p:cNvPr>
          <p:cNvSpPr txBox="1">
            <a:spLocks/>
          </p:cNvSpPr>
          <p:nvPr/>
        </p:nvSpPr>
        <p:spPr>
          <a:xfrm>
            <a:off x="4078168" y="2766218"/>
            <a:ext cx="517736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A7E9DD-4AC8-E39A-A58D-A4E1AD21D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9873625-0A75-F3C3-7415-EAB15E931CB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OTH Regensburg | Piyushkumar Baldha | MEM Master Thesis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629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7B14DE6374884BB9584889D35A57C4" ma:contentTypeVersion="17" ma:contentTypeDescription="Ein neues Dokument erstellen." ma:contentTypeScope="" ma:versionID="c4e626512990462bdca8a61113bf2516">
  <xsd:schema xmlns:xsd="http://www.w3.org/2001/XMLSchema" xmlns:xs="http://www.w3.org/2001/XMLSchema" xmlns:p="http://schemas.microsoft.com/office/2006/metadata/properties" xmlns:ns1="60ae07f9-c710-4147-a4bb-ffce3af5c857" xmlns:ns3="44449387-be1d-4a23-a037-6363c2cb9483" xmlns:ns4="http://schemas.microsoft.com/sharepoint/v4" xmlns:ns5="b4925834-f9db-4428-ab6a-226ee0e4aea1" targetNamespace="http://schemas.microsoft.com/office/2006/metadata/properties" ma:root="true" ma:fieldsID="003c649dfcdce387eea83ba07e70b3e8" ns1:_="" ns3:_="" ns4:_="" ns5:_="">
    <xsd:import namespace="60ae07f9-c710-4147-a4bb-ffce3af5c857"/>
    <xsd:import namespace="44449387-be1d-4a23-a037-6363c2cb9483"/>
    <xsd:import namespace="http://schemas.microsoft.com/sharepoint/v4"/>
    <xsd:import namespace="b4925834-f9db-4428-ab6a-226ee0e4aea1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D_x002d_Nr" minOccurs="0"/>
                <xsd:element ref="ns1:Automatische_x002d_DNR_x002d_Vergabe" minOccurs="0"/>
                <xsd:element ref="ns1:Gruppe_x0020_Studierende" minOccurs="0"/>
                <xsd:element ref="ns5:SharedWithUsers" minOccurs="0"/>
                <xsd:element ref="ns5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e07f9-c710-4147-a4bb-ffce3af5c85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ASC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</xsd:restriction>
      </xsd:simpleType>
    </xsd:element>
    <xsd:element name="Dokumentenart" ma:index="2" nillable="true" ma:displayName="Ordnerzuordnung" ma:format="Dropdown" ma:internalName="Dokumentenart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Technischer Betrieb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ITZ"/>
          <xsd:enumeration value="Hochschulwahl"/>
        </xsd:restriction>
      </xsd:simpleType>
    </xsd:element>
    <xsd:element name="Bezeichnung" ma:index="4" nillable="true" ma:displayName="Bezeichnung" ma:internalName="Bezeichnung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>
      <xsd:simpleType>
        <xsd:restriction base="dms:DateTime"/>
      </xsd:simpleType>
    </xsd:element>
    <xsd:element name="Ersteller" ma:index="8" nillable="true" ma:displayName="Erstellung" ma:list="UserInfo" ma:SharePointGroup="0" ma:internalName="Erstell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SharePointGroup="0" ma:internalName="Pr_x00fc_f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SharePointGroup="0" ma:internalName="Freigeb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_x002d_Nr" ma:index="21" nillable="true" ma:displayName="D-Nr" ma:indexed="true" ma:internalName="D_x002d_Nr">
      <xsd:simpleType>
        <xsd:restriction base="dms:Text">
          <xsd:maxLength value="255"/>
        </xsd:restriction>
      </xsd:simpleType>
    </xsd:element>
    <xsd:element name="Automatische_x002d_DNR_x002d_Vergabe" ma:index="22" nillable="true" ma:displayName="Automatische-DNR-Vergabe" ma:format="Hyperlink" ma:internalName="Automatische_x002d_DNR_x002d_Vergab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Gruppe_x0020_Studierende" ma:index="23" nillable="true" ma:displayName="Gruppe Studierende" ma:format="RadioButtons" ma:internalName="Gruppe_x0020_Studierende">
      <xsd:simpleType>
        <xsd:restriction base="dms:Choice">
          <xsd:enumeration value="Ja"/>
          <xsd:enumeration value="Nei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49387-be1d-4a23-a037-6363c2cb9483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5834-f9db-4428-ab6a-226ee0e4aea1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pe_x0020_Studierende xmlns="60ae07f9-c710-4147-a4bb-ffce3af5c857">Ja</Gruppe_x0020_Studierende>
    <D_x002d_Nr xmlns="60ae07f9-c710-4147-a4bb-ffce3af5c857">876</D_x002d_Nr>
    <Pr_x00fc_fer xmlns="60ae07f9-c710-4147-a4bb-ffce3af5c857">
      <UserInfo>
        <DisplayName>Alisa Weinhold</DisplayName>
        <AccountId>2567</AccountId>
        <AccountType/>
      </UserInfo>
    </Pr_x00fc_fer>
    <Freigeber xmlns="60ae07f9-c710-4147-a4bb-ffce3af5c857">
      <UserInfo>
        <DisplayName>Alisa Weinhold</DisplayName>
        <AccountId>2567</AccountId>
        <AccountType/>
      </UserInfo>
    </Freigeber>
    <Automatische_x002d_DNR_x002d_Vergabe xmlns="60ae07f9-c710-4147-a4bb-ffce3af5c857">
      <Url>https://sp.hs-regensburg.de/QuO/QuD-Portal/_layouts/15/wrkstat.aspx?List=60ae07f9-c710-4147-a4bb-ffce3af5c857&amp;WorkflowInstanceName=604c5300-fe88-4c3b-9e86-5b3313bf58cc</Url>
      <Description>Stufe 1</Description>
    </Automatische_x002d_DNR_x002d_Vergabe>
    <IconOverlay xmlns="http://schemas.microsoft.com/sharepoint/v4" xsi:nil="true"/>
    <Bezeichnung xmlns="60ae07f9-c710-4147-a4bb-ffce3af5c857">Hochschulpräsentation OTH Regensburg - Vereinfachte Version - 16x9</Bezeichnung>
    <Dokumentenart0 xmlns="60ae07f9-c710-4147-a4bb-ffce3af5c857">Allgemeine Information</Dokumentenart0>
    <Ersteller xmlns="60ae07f9-c710-4147-a4bb-ffce3af5c857">
      <UserInfo>
        <DisplayName>Guelay Sahil</DisplayName>
        <AccountId>240</AccountId>
        <AccountType/>
      </UserInfo>
    </Ersteller>
    <Ausgabedatum xmlns="60ae07f9-c710-4147-a4bb-ffce3af5c857">2024-06-11T22:00:00+00:00</Ausgabedatum>
    <G_x00fc_ltig_x0020_bis xmlns="60ae07f9-c710-4147-a4bb-ffce3af5c857">2026-06-11T22:00:00+00:00</G_x00fc_ltig_x0020_bis>
    <Verantwortlich xmlns="60ae07f9-c710-4147-a4bb-ffce3af5c857">Kom</Verantwortlich>
    <Dokumentenart xmlns="60ae07f9-c710-4147-a4bb-ffce3af5c857">Kommunikation</Dokumentenart>
    <_dlc_DocId xmlns="44449387-be1d-4a23-a037-6363c2cb9483">MJAR55X3VR3P-1995469596-876</_dlc_DocId>
    <_dlc_DocIdUrl xmlns="44449387-be1d-4a23-a037-6363c2cb9483">
      <Url>https://sp.hs-regensburg.de/QuO/QuD-Portal/_layouts/15/DocIdRedir.aspx?ID=MJAR55X3VR3P-1995469596-876</Url>
      <Description>MJAR55X3VR3P-1995469596-876</Description>
    </_dlc_DocIdUrl>
  </documentManagement>
</p:properties>
</file>

<file path=customXml/itemProps1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8232D5-C30F-4679-9CF1-070D38A67C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ae07f9-c710-4147-a4bb-ffce3af5c857"/>
    <ds:schemaRef ds:uri="44449387-be1d-4a23-a037-6363c2cb9483"/>
    <ds:schemaRef ds:uri="http://schemas.microsoft.com/sharepoint/v4"/>
    <ds:schemaRef ds:uri="b4925834-f9db-4428-ab6a-226ee0e4ae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68F68A-6C7A-433E-A7DB-4C95434996F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02356504-F539-424F-9E83-9400624CC88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971c57a-c4d2-41d0-9c55-e961d64dde2b"/>
    <ds:schemaRef ds:uri="2b7adb41-54c0-423e-891d-f7b9e3223bd8"/>
    <ds:schemaRef ds:uri="http://www.w3.org/XML/1998/namespace"/>
    <ds:schemaRef ds:uri="60ae07f9-c710-4147-a4bb-ffce3af5c857"/>
    <ds:schemaRef ds:uri="http://schemas.microsoft.com/sharepoint/v4"/>
    <ds:schemaRef ds:uri="44449387-be1d-4a23-a037-6363c2cb948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Lucida Sans</vt:lpstr>
      <vt:lpstr>Times New Roman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piyush baldha</cp:lastModifiedBy>
  <cp:revision>277</cp:revision>
  <dcterms:created xsi:type="dcterms:W3CDTF">2023-07-23T18:15:39Z</dcterms:created>
  <dcterms:modified xsi:type="dcterms:W3CDTF">2025-10-04T11:10:14Z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0x010100C57B14DE6374884BB9584889D35A57C4</vt:lpwstr>
  </property>
  <property fmtid="{D5CDD505-2E9C-101B-9397-08002B2CF9AE}" pid="3" name="MediaServiceImageTags">
    <vt:lpwstr/>
  </property>
  <property fmtid="{D5CDD505-2E9C-101B-9397-08002B2CF9AE}" pid="4" name="_dlc_DocIdItemGuid">
    <vt:lpwstr>2d86ab63-b84b-45bf-aa8e-152de23f3fa8</vt:lpwstr>
  </property>
</Properties>
</file>